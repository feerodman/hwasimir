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4" r:id="rId4"/>
  </p:sldMasterIdLst>
  <p:notesMasterIdLst>
    <p:notesMasterId r:id="rId6"/>
  </p:notesMasterIdLst>
  <p:handoutMasterIdLst>
    <p:handoutMasterId r:id="rId16"/>
  </p:handoutMasterIdLst>
  <p:sldIdLst>
    <p:sldId id="465" r:id="rId5"/>
    <p:sldId id="707" r:id="rId7"/>
    <p:sldId id="742" r:id="rId8"/>
    <p:sldId id="791" r:id="rId9"/>
    <p:sldId id="777" r:id="rId10"/>
    <p:sldId id="786" r:id="rId11"/>
    <p:sldId id="776" r:id="rId12"/>
    <p:sldId id="787" r:id="rId13"/>
    <p:sldId id="790" r:id="rId14"/>
    <p:sldId id="371" r:id="rId15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8" userDrawn="1">
          <p15:clr>
            <a:srgbClr val="A4A3A4"/>
          </p15:clr>
        </p15:guide>
        <p15:guide id="2" pos="28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A91901"/>
    <a:srgbClr val="A62704"/>
    <a:srgbClr val="FFF3F6"/>
    <a:srgbClr val="A8A002"/>
    <a:srgbClr val="A52705"/>
    <a:srgbClr val="956715"/>
    <a:srgbClr val="FF0000"/>
    <a:srgbClr val="2D7D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16248"/>
    <p:restoredTop sz="97206"/>
  </p:normalViewPr>
  <p:slideViewPr>
    <p:cSldViewPr showGuides="1">
      <p:cViewPr>
        <p:scale>
          <a:sx n="90" d="100"/>
          <a:sy n="90" d="100"/>
        </p:scale>
        <p:origin x="222" y="-78"/>
      </p:cViewPr>
      <p:guideLst>
        <p:guide orient="horz" pos="2248"/>
        <p:guide pos="284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08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481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491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其中，需求分析报告、详细设计方案、验收规范前期文档由金老师带队、边哥、张凌浩、以及信号部、外协某公司完成内容和评审。后续内容由项目实施团队主要完成。项目交付文档要严格按照技术协议，不能缺漏，影响最终材料</a:t>
            </a:r>
            <a:r>
              <a:rPr lang="zh-CN" altLang="en-US"/>
              <a:t>交付。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113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911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9" descr="未标题-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08850" y="215900"/>
            <a:ext cx="1835150" cy="8366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2484438" y="6542088"/>
            <a:ext cx="3330575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Http://www.hwacreate.com.cn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Line 22"/>
          <p:cNvSpPr>
            <a:spLocks noChangeShapeType="1"/>
          </p:cNvSpPr>
          <p:nvPr/>
        </p:nvSpPr>
        <p:spPr bwMode="auto">
          <a:xfrm>
            <a:off x="323850" y="6567488"/>
            <a:ext cx="88201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101882" tIns="50941" rIns="101882" bIns="5094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125" name="Picture 12" descr="fe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2041525"/>
            <a:ext cx="9144000" cy="282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5301" name="Rectangle 5"/>
          <p:cNvSpPr>
            <a:spLocks noGrp="1" noChangeArrowheads="1"/>
          </p:cNvSpPr>
          <p:nvPr>
            <p:ph type="subTitle" idx="1"/>
          </p:nvPr>
        </p:nvSpPr>
        <p:spPr bwMode="black">
          <a:xfrm>
            <a:off x="990600" y="4953000"/>
            <a:ext cx="7315200" cy="3810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800">
                <a:latin typeface="Verdana" panose="020B0604030504040204" pitchFamily="34" charset="0"/>
              </a:defRPr>
            </a:lvl1pPr>
          </a:lstStyle>
          <a:p>
            <a:r>
              <a:rPr lang="en-US" altLang="zh-CN"/>
              <a:t>Click to edit Master subtitle style</a:t>
            </a:r>
            <a:endParaRPr lang="en-US" altLang="zh-CN"/>
          </a:p>
        </p:txBody>
      </p:sp>
      <p:sp>
        <p:nvSpPr>
          <p:cNvPr id="55303" name="Rectangle 7"/>
          <p:cNvSpPr>
            <a:spLocks noGrp="1" noChangeArrowheads="1"/>
          </p:cNvSpPr>
          <p:nvPr>
            <p:ph type="ctrTitle" sz="quarter" hasCustomPrompt="1"/>
          </p:nvPr>
        </p:nvSpPr>
        <p:spPr bwMode="black">
          <a:xfrm>
            <a:off x="611188" y="1700213"/>
            <a:ext cx="8137525" cy="792162"/>
          </a:xfrm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Click to edit Master title </a:t>
            </a:r>
            <a:br>
              <a:rPr lang="en-US" altLang="ko-KR"/>
            </a:br>
            <a:r>
              <a:rPr lang="en-US" altLang="ko-KR"/>
              <a:t>style</a:t>
            </a:r>
            <a:endParaRPr lang="en-US" altLang="ko-KR"/>
          </a:p>
        </p:txBody>
      </p:sp>
    </p:spTree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43025"/>
            <a:ext cx="4038600" cy="4965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43025"/>
            <a:ext cx="4038600" cy="4965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579438"/>
            <a:ext cx="2057400" cy="572928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79438"/>
            <a:ext cx="6019800" cy="572928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579438"/>
            <a:ext cx="8229600" cy="57292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9" descr="未标题-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08850" y="215900"/>
            <a:ext cx="1835150" cy="8366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2484438" y="6542088"/>
            <a:ext cx="3330575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Http://www.hwacreate.com.cn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Line 22"/>
          <p:cNvSpPr>
            <a:spLocks noChangeShapeType="1"/>
          </p:cNvSpPr>
          <p:nvPr/>
        </p:nvSpPr>
        <p:spPr bwMode="auto">
          <a:xfrm>
            <a:off x="323850" y="6567488"/>
            <a:ext cx="88201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101882" tIns="50941" rIns="101882" bIns="5094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125" name="Picture 12" descr="fe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2041525"/>
            <a:ext cx="9144000" cy="282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5301" name="Rectangle 5"/>
          <p:cNvSpPr>
            <a:spLocks noGrp="1" noChangeArrowheads="1"/>
          </p:cNvSpPr>
          <p:nvPr>
            <p:ph type="subTitle" idx="1"/>
          </p:nvPr>
        </p:nvSpPr>
        <p:spPr bwMode="black">
          <a:xfrm>
            <a:off x="990600" y="4953000"/>
            <a:ext cx="7315200" cy="3810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800">
                <a:latin typeface="Verdana" panose="020B0604030504040204" pitchFamily="34" charset="0"/>
              </a:defRPr>
            </a:lvl1pPr>
          </a:lstStyle>
          <a:p>
            <a:r>
              <a:rPr lang="en-US" altLang="zh-CN"/>
              <a:t>Click to edit Master subtitle style</a:t>
            </a:r>
            <a:endParaRPr lang="en-US" altLang="zh-CN"/>
          </a:p>
        </p:txBody>
      </p:sp>
      <p:sp>
        <p:nvSpPr>
          <p:cNvPr id="55303" name="Rectangle 7"/>
          <p:cNvSpPr>
            <a:spLocks noGrp="1" noChangeArrowheads="1"/>
          </p:cNvSpPr>
          <p:nvPr>
            <p:ph type="ctrTitle" sz="quarter" hasCustomPrompt="1"/>
          </p:nvPr>
        </p:nvSpPr>
        <p:spPr bwMode="black">
          <a:xfrm>
            <a:off x="611188" y="1700213"/>
            <a:ext cx="8137525" cy="792162"/>
          </a:xfrm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Click to edit Master title </a:t>
            </a:r>
            <a:br>
              <a:rPr lang="en-US" altLang="ko-KR"/>
            </a:br>
            <a:r>
              <a:rPr lang="en-US" altLang="ko-KR"/>
              <a:t>style</a:t>
            </a:r>
            <a:endParaRPr lang="en-US" altLang="ko-KR"/>
          </a:p>
        </p:txBody>
      </p:sp>
    </p:spTree>
  </p:cSld>
  <p:clrMapOvr>
    <a:masterClrMapping/>
  </p:clrMapOvr>
  <p:transition spd="med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43025"/>
            <a:ext cx="4038600" cy="4965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43025"/>
            <a:ext cx="4038600" cy="4965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579438"/>
            <a:ext cx="2057400" cy="572928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79438"/>
            <a:ext cx="6019800" cy="572928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579438"/>
            <a:ext cx="8229600" cy="57292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9" descr="未标题-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08850" y="215900"/>
            <a:ext cx="1835150" cy="8366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2484438" y="6542088"/>
            <a:ext cx="3330575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Http://www.hwacreate.com.cn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Line 22"/>
          <p:cNvSpPr>
            <a:spLocks noChangeShapeType="1"/>
          </p:cNvSpPr>
          <p:nvPr/>
        </p:nvSpPr>
        <p:spPr bwMode="auto">
          <a:xfrm>
            <a:off x="323850" y="6567488"/>
            <a:ext cx="88201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101882" tIns="50941" rIns="101882" bIns="5094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125" name="Picture 12" descr="fe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2041525"/>
            <a:ext cx="9144000" cy="282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5301" name="Rectangle 5"/>
          <p:cNvSpPr>
            <a:spLocks noGrp="1" noChangeArrowheads="1"/>
          </p:cNvSpPr>
          <p:nvPr>
            <p:ph type="subTitle" idx="1"/>
          </p:nvPr>
        </p:nvSpPr>
        <p:spPr bwMode="black">
          <a:xfrm>
            <a:off x="990600" y="4953000"/>
            <a:ext cx="7315200" cy="3810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800">
                <a:latin typeface="Verdana" panose="020B0604030504040204" pitchFamily="34" charset="0"/>
              </a:defRPr>
            </a:lvl1pPr>
          </a:lstStyle>
          <a:p>
            <a:r>
              <a:rPr lang="en-US" altLang="zh-CN"/>
              <a:t>Click to edit Master subtitle style</a:t>
            </a:r>
            <a:endParaRPr lang="en-US" altLang="zh-CN"/>
          </a:p>
        </p:txBody>
      </p:sp>
      <p:sp>
        <p:nvSpPr>
          <p:cNvPr id="55303" name="Rectangle 7"/>
          <p:cNvSpPr>
            <a:spLocks noGrp="1" noChangeArrowheads="1"/>
          </p:cNvSpPr>
          <p:nvPr>
            <p:ph type="ctrTitle" sz="quarter" hasCustomPrompt="1"/>
          </p:nvPr>
        </p:nvSpPr>
        <p:spPr bwMode="black">
          <a:xfrm>
            <a:off x="611188" y="1700213"/>
            <a:ext cx="8137525" cy="792162"/>
          </a:xfrm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Click to edit Master title </a:t>
            </a:r>
            <a:br>
              <a:rPr lang="en-US" altLang="ko-KR"/>
            </a:br>
            <a:r>
              <a:rPr lang="en-US" altLang="ko-KR"/>
              <a:t>style</a:t>
            </a:r>
            <a:endParaRPr lang="en-US" altLang="ko-KR"/>
          </a:p>
        </p:txBody>
      </p:sp>
    </p:spTree>
  </p:cSld>
  <p:clrMapOvr>
    <a:masterClrMapping/>
  </p:clrMapOvr>
  <p:transition spd="med"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43025"/>
            <a:ext cx="4038600" cy="4965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43025"/>
            <a:ext cx="4038600" cy="4965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579438"/>
            <a:ext cx="2057400" cy="572928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79438"/>
            <a:ext cx="6019800" cy="572928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579438"/>
            <a:ext cx="8229600" cy="57292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4.png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5" Type="http://schemas.openxmlformats.org/officeDocument/2006/relationships/theme" Target="../theme/theme2.xml"/><Relationship Id="rId14" Type="http://schemas.openxmlformats.org/officeDocument/2006/relationships/image" Target="../media/image4.png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5" Type="http://schemas.openxmlformats.org/officeDocument/2006/relationships/theme" Target="../theme/theme3.xml"/><Relationship Id="rId14" Type="http://schemas.openxmlformats.org/officeDocument/2006/relationships/image" Target="../media/image4.png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4274" name="Freeform 2"/>
          <p:cNvSpPr/>
          <p:nvPr/>
        </p:nvSpPr>
        <p:spPr bwMode="gray">
          <a:xfrm>
            <a:off x="0" y="549275"/>
            <a:ext cx="9148763" cy="711200"/>
          </a:xfrm>
          <a:custGeom>
            <a:avLst/>
            <a:gdLst/>
            <a:ahLst/>
            <a:cxnLst>
              <a:cxn ang="0">
                <a:pos x="0" y="368"/>
              </a:cxn>
              <a:cxn ang="0">
                <a:pos x="440" y="368"/>
              </a:cxn>
              <a:cxn ang="0">
                <a:pos x="777" y="0"/>
              </a:cxn>
              <a:cxn ang="0">
                <a:pos x="2162" y="0"/>
              </a:cxn>
              <a:cxn ang="0">
                <a:pos x="2265" y="116"/>
              </a:cxn>
              <a:cxn ang="0">
                <a:pos x="5756" y="112"/>
              </a:cxn>
              <a:cxn ang="0">
                <a:pos x="5763" y="567"/>
              </a:cxn>
              <a:cxn ang="0">
                <a:pos x="6" y="556"/>
              </a:cxn>
            </a:cxnLst>
            <a:rect l="0" t="0" r="r" b="b"/>
            <a:pathLst>
              <a:path w="5763" h="567">
                <a:moveTo>
                  <a:pt x="0" y="368"/>
                </a:moveTo>
                <a:lnTo>
                  <a:pt x="440" y="368"/>
                </a:lnTo>
                <a:lnTo>
                  <a:pt x="777" y="0"/>
                </a:lnTo>
                <a:lnTo>
                  <a:pt x="2162" y="0"/>
                </a:lnTo>
                <a:lnTo>
                  <a:pt x="2265" y="116"/>
                </a:lnTo>
                <a:lnTo>
                  <a:pt x="5756" y="112"/>
                </a:lnTo>
                <a:lnTo>
                  <a:pt x="5763" y="567"/>
                </a:lnTo>
                <a:lnTo>
                  <a:pt x="6" y="556"/>
                </a:lnTo>
              </a:path>
            </a:pathLst>
          </a:custGeom>
          <a:solidFill>
            <a:schemeClr val="bg2"/>
          </a:solidFill>
          <a:ln w="9525">
            <a:noFill/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5" name="Freeform 3"/>
          <p:cNvSpPr/>
          <p:nvPr/>
        </p:nvSpPr>
        <p:spPr bwMode="gray">
          <a:xfrm>
            <a:off x="0" y="549275"/>
            <a:ext cx="9144000" cy="625475"/>
          </a:xfrm>
          <a:custGeom>
            <a:avLst/>
            <a:gdLst/>
            <a:ahLst/>
            <a:cxnLst>
              <a:cxn ang="0">
                <a:pos x="449" y="370"/>
              </a:cxn>
              <a:cxn ang="0">
                <a:pos x="768" y="1"/>
              </a:cxn>
              <a:cxn ang="0">
                <a:pos x="2158" y="0"/>
              </a:cxn>
              <a:cxn ang="0">
                <a:pos x="2258" y="115"/>
              </a:cxn>
              <a:cxn ang="0">
                <a:pos x="5784" y="115"/>
              </a:cxn>
              <a:cxn ang="0">
                <a:pos x="5779" y="528"/>
              </a:cxn>
              <a:cxn ang="0">
                <a:pos x="0" y="519"/>
              </a:cxn>
              <a:cxn ang="0">
                <a:pos x="0" y="371"/>
              </a:cxn>
            </a:cxnLst>
            <a:rect l="0" t="0" r="r" b="b"/>
            <a:pathLst>
              <a:path w="5784" h="528">
                <a:moveTo>
                  <a:pt x="449" y="370"/>
                </a:moveTo>
                <a:lnTo>
                  <a:pt x="768" y="1"/>
                </a:lnTo>
                <a:lnTo>
                  <a:pt x="2158" y="0"/>
                </a:lnTo>
                <a:lnTo>
                  <a:pt x="2258" y="115"/>
                </a:lnTo>
                <a:lnTo>
                  <a:pt x="5784" y="115"/>
                </a:lnTo>
                <a:lnTo>
                  <a:pt x="5779" y="528"/>
                </a:lnTo>
                <a:lnTo>
                  <a:pt x="0" y="519"/>
                </a:lnTo>
                <a:lnTo>
                  <a:pt x="0" y="371"/>
                </a:lnTo>
              </a:path>
            </a:pathLst>
          </a:custGeom>
          <a:gradFill rotWithShape="1">
            <a:gsLst>
              <a:gs pos="0">
                <a:srgbClr val="3366FF">
                  <a:gamma/>
                  <a:shade val="82353"/>
                  <a:invGamma/>
                  <a:alpha val="53999"/>
                </a:srgbClr>
              </a:gs>
              <a:gs pos="100000">
                <a:srgbClr val="3366FF"/>
              </a:gs>
            </a:gsLst>
            <a:lin ang="18900000" scaled="1"/>
          </a:gradFill>
          <a:ln w="9525">
            <a:noFill/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Grp="1"/>
          </p:cNvSpPr>
          <p:nvPr>
            <p:ph type="body" idx="1"/>
          </p:nvPr>
        </p:nvSpPr>
        <p:spPr>
          <a:xfrm>
            <a:off x="457200" y="1343025"/>
            <a:ext cx="8229600" cy="49657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5427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791200" y="6537325"/>
            <a:ext cx="2895600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1">
                <a:latin typeface="+mj-lt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700338" y="6597650"/>
            <a:ext cx="2951163" cy="260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 b="1">
                <a:latin typeface="+mj-lt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8"/>
          <p:cNvSpPr>
            <a:spLocks noGrp="1"/>
          </p:cNvSpPr>
          <p:nvPr>
            <p:ph type="title"/>
          </p:nvPr>
        </p:nvSpPr>
        <p:spPr>
          <a:xfrm>
            <a:off x="609600" y="579438"/>
            <a:ext cx="7848600" cy="5635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54282" name="Text Box 10"/>
          <p:cNvSpPr txBox="1">
            <a:spLocks noChangeArrowheads="1"/>
          </p:cNvSpPr>
          <p:nvPr/>
        </p:nvSpPr>
        <p:spPr bwMode="auto">
          <a:xfrm>
            <a:off x="1908175" y="6453188"/>
            <a:ext cx="4968875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 lvl="0" eaLnBrk="1" hangingPunct="1">
              <a:spcBef>
                <a:spcPct val="50000"/>
              </a:spcBef>
              <a:buNone/>
            </a:pPr>
            <a:r>
              <a:rPr lang="en-US" altLang="zh-CN" b="0" dirty="0">
                <a:latin typeface="Arial" panose="020B0604020202020204" pitchFamily="34" charset="0"/>
              </a:rPr>
              <a:t> </a:t>
            </a:r>
            <a:endParaRPr lang="en-US" altLang="zh-CN" b="0" dirty="0">
              <a:latin typeface="Arial" panose="020B0604020202020204" pitchFamily="34" charset="0"/>
            </a:endParaRPr>
          </a:p>
        </p:txBody>
      </p:sp>
      <p:sp>
        <p:nvSpPr>
          <p:cNvPr id="1045" name="Text Box 21"/>
          <p:cNvSpPr txBox="1">
            <a:spLocks noChangeArrowheads="1"/>
          </p:cNvSpPr>
          <p:nvPr/>
        </p:nvSpPr>
        <p:spPr bwMode="auto">
          <a:xfrm>
            <a:off x="1547813" y="6567488"/>
            <a:ext cx="5976938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北京华力创通科技股份有限公司      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Http://www.hwacreate.com.cn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46" name="Line 22"/>
          <p:cNvSpPr>
            <a:spLocks noChangeShapeType="1"/>
          </p:cNvSpPr>
          <p:nvPr/>
        </p:nvSpPr>
        <p:spPr bwMode="auto">
          <a:xfrm>
            <a:off x="323850" y="6567488"/>
            <a:ext cx="88201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101882" tIns="50941" rIns="101882" bIns="5094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107" name="Picture 16" descr="未标题-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667625" y="0"/>
            <a:ext cx="1476375" cy="62071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4274" name="Freeform 2"/>
          <p:cNvSpPr/>
          <p:nvPr/>
        </p:nvSpPr>
        <p:spPr bwMode="gray">
          <a:xfrm>
            <a:off x="0" y="549275"/>
            <a:ext cx="9148763" cy="711200"/>
          </a:xfrm>
          <a:custGeom>
            <a:avLst/>
            <a:gdLst/>
            <a:ahLst/>
            <a:cxnLst>
              <a:cxn ang="0">
                <a:pos x="0" y="368"/>
              </a:cxn>
              <a:cxn ang="0">
                <a:pos x="440" y="368"/>
              </a:cxn>
              <a:cxn ang="0">
                <a:pos x="777" y="0"/>
              </a:cxn>
              <a:cxn ang="0">
                <a:pos x="2162" y="0"/>
              </a:cxn>
              <a:cxn ang="0">
                <a:pos x="2265" y="116"/>
              </a:cxn>
              <a:cxn ang="0">
                <a:pos x="5756" y="112"/>
              </a:cxn>
              <a:cxn ang="0">
                <a:pos x="5763" y="567"/>
              </a:cxn>
              <a:cxn ang="0">
                <a:pos x="6" y="556"/>
              </a:cxn>
            </a:cxnLst>
            <a:rect l="0" t="0" r="r" b="b"/>
            <a:pathLst>
              <a:path w="5763" h="567">
                <a:moveTo>
                  <a:pt x="0" y="368"/>
                </a:moveTo>
                <a:lnTo>
                  <a:pt x="440" y="368"/>
                </a:lnTo>
                <a:lnTo>
                  <a:pt x="777" y="0"/>
                </a:lnTo>
                <a:lnTo>
                  <a:pt x="2162" y="0"/>
                </a:lnTo>
                <a:lnTo>
                  <a:pt x="2265" y="116"/>
                </a:lnTo>
                <a:lnTo>
                  <a:pt x="5756" y="112"/>
                </a:lnTo>
                <a:lnTo>
                  <a:pt x="5763" y="567"/>
                </a:lnTo>
                <a:lnTo>
                  <a:pt x="6" y="556"/>
                </a:lnTo>
              </a:path>
            </a:pathLst>
          </a:custGeom>
          <a:solidFill>
            <a:schemeClr val="bg2"/>
          </a:solidFill>
          <a:ln w="9525">
            <a:noFill/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5" name="Freeform 3"/>
          <p:cNvSpPr/>
          <p:nvPr/>
        </p:nvSpPr>
        <p:spPr bwMode="gray">
          <a:xfrm>
            <a:off x="0" y="549275"/>
            <a:ext cx="9144000" cy="625475"/>
          </a:xfrm>
          <a:custGeom>
            <a:avLst/>
            <a:gdLst/>
            <a:ahLst/>
            <a:cxnLst>
              <a:cxn ang="0">
                <a:pos x="449" y="370"/>
              </a:cxn>
              <a:cxn ang="0">
                <a:pos x="768" y="1"/>
              </a:cxn>
              <a:cxn ang="0">
                <a:pos x="2158" y="0"/>
              </a:cxn>
              <a:cxn ang="0">
                <a:pos x="2258" y="115"/>
              </a:cxn>
              <a:cxn ang="0">
                <a:pos x="5784" y="115"/>
              </a:cxn>
              <a:cxn ang="0">
                <a:pos x="5779" y="528"/>
              </a:cxn>
              <a:cxn ang="0">
                <a:pos x="0" y="519"/>
              </a:cxn>
              <a:cxn ang="0">
                <a:pos x="0" y="371"/>
              </a:cxn>
            </a:cxnLst>
            <a:rect l="0" t="0" r="r" b="b"/>
            <a:pathLst>
              <a:path w="5784" h="528">
                <a:moveTo>
                  <a:pt x="449" y="370"/>
                </a:moveTo>
                <a:lnTo>
                  <a:pt x="768" y="1"/>
                </a:lnTo>
                <a:lnTo>
                  <a:pt x="2158" y="0"/>
                </a:lnTo>
                <a:lnTo>
                  <a:pt x="2258" y="115"/>
                </a:lnTo>
                <a:lnTo>
                  <a:pt x="5784" y="115"/>
                </a:lnTo>
                <a:lnTo>
                  <a:pt x="5779" y="528"/>
                </a:lnTo>
                <a:lnTo>
                  <a:pt x="0" y="519"/>
                </a:lnTo>
                <a:lnTo>
                  <a:pt x="0" y="371"/>
                </a:lnTo>
              </a:path>
            </a:pathLst>
          </a:custGeom>
          <a:gradFill rotWithShape="1">
            <a:gsLst>
              <a:gs pos="0">
                <a:srgbClr val="3366FF">
                  <a:gamma/>
                  <a:shade val="82353"/>
                  <a:invGamma/>
                  <a:alpha val="53999"/>
                </a:srgbClr>
              </a:gs>
              <a:gs pos="100000">
                <a:srgbClr val="3366FF"/>
              </a:gs>
            </a:gsLst>
            <a:lin ang="18900000" scaled="1"/>
          </a:gradFill>
          <a:ln w="9525">
            <a:noFill/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Grp="1"/>
          </p:cNvSpPr>
          <p:nvPr>
            <p:ph type="body" idx="1"/>
          </p:nvPr>
        </p:nvSpPr>
        <p:spPr>
          <a:xfrm>
            <a:off x="457200" y="1343025"/>
            <a:ext cx="8229600" cy="49657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5427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791200" y="6537325"/>
            <a:ext cx="2895600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1">
                <a:latin typeface="+mj-lt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700338" y="6597650"/>
            <a:ext cx="2951163" cy="260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 b="1">
                <a:latin typeface="+mj-lt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8"/>
          <p:cNvSpPr>
            <a:spLocks noGrp="1"/>
          </p:cNvSpPr>
          <p:nvPr>
            <p:ph type="title"/>
          </p:nvPr>
        </p:nvSpPr>
        <p:spPr>
          <a:xfrm>
            <a:off x="609600" y="579438"/>
            <a:ext cx="7848600" cy="5635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54282" name="Text Box 10"/>
          <p:cNvSpPr txBox="1">
            <a:spLocks noChangeArrowheads="1"/>
          </p:cNvSpPr>
          <p:nvPr/>
        </p:nvSpPr>
        <p:spPr bwMode="auto">
          <a:xfrm>
            <a:off x="1908175" y="6453188"/>
            <a:ext cx="4968875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 lvl="0" eaLnBrk="1" hangingPunct="1">
              <a:spcBef>
                <a:spcPct val="50000"/>
              </a:spcBef>
              <a:buNone/>
            </a:pPr>
            <a:r>
              <a:rPr lang="en-US" altLang="zh-CN" b="0" dirty="0">
                <a:latin typeface="Arial" panose="020B0604020202020204" pitchFamily="34" charset="0"/>
              </a:rPr>
              <a:t> </a:t>
            </a:r>
            <a:endParaRPr lang="en-US" altLang="zh-CN" b="0" dirty="0">
              <a:latin typeface="Arial" panose="020B0604020202020204" pitchFamily="34" charset="0"/>
            </a:endParaRPr>
          </a:p>
        </p:txBody>
      </p:sp>
      <p:sp>
        <p:nvSpPr>
          <p:cNvPr id="1045" name="Text Box 21"/>
          <p:cNvSpPr txBox="1">
            <a:spLocks noChangeArrowheads="1"/>
          </p:cNvSpPr>
          <p:nvPr/>
        </p:nvSpPr>
        <p:spPr bwMode="auto">
          <a:xfrm>
            <a:off x="1547813" y="6567488"/>
            <a:ext cx="5976938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北京华力创通科技股份有限公司      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Http://www.hwacreate.com.cn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46" name="Line 22"/>
          <p:cNvSpPr>
            <a:spLocks noChangeShapeType="1"/>
          </p:cNvSpPr>
          <p:nvPr/>
        </p:nvSpPr>
        <p:spPr bwMode="auto">
          <a:xfrm>
            <a:off x="323850" y="6567488"/>
            <a:ext cx="88201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101882" tIns="50941" rIns="101882" bIns="5094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107" name="Picture 16" descr="未标题-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667625" y="0"/>
            <a:ext cx="1476375" cy="62071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ransition spd="med"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4274" name="Freeform 2"/>
          <p:cNvSpPr/>
          <p:nvPr/>
        </p:nvSpPr>
        <p:spPr bwMode="gray">
          <a:xfrm>
            <a:off x="0" y="549275"/>
            <a:ext cx="9148763" cy="711200"/>
          </a:xfrm>
          <a:custGeom>
            <a:avLst/>
            <a:gdLst/>
            <a:ahLst/>
            <a:cxnLst>
              <a:cxn ang="0">
                <a:pos x="0" y="368"/>
              </a:cxn>
              <a:cxn ang="0">
                <a:pos x="440" y="368"/>
              </a:cxn>
              <a:cxn ang="0">
                <a:pos x="777" y="0"/>
              </a:cxn>
              <a:cxn ang="0">
                <a:pos x="2162" y="0"/>
              </a:cxn>
              <a:cxn ang="0">
                <a:pos x="2265" y="116"/>
              </a:cxn>
              <a:cxn ang="0">
                <a:pos x="5756" y="112"/>
              </a:cxn>
              <a:cxn ang="0">
                <a:pos x="5763" y="567"/>
              </a:cxn>
              <a:cxn ang="0">
                <a:pos x="6" y="556"/>
              </a:cxn>
            </a:cxnLst>
            <a:rect l="0" t="0" r="r" b="b"/>
            <a:pathLst>
              <a:path w="5763" h="567">
                <a:moveTo>
                  <a:pt x="0" y="368"/>
                </a:moveTo>
                <a:lnTo>
                  <a:pt x="440" y="368"/>
                </a:lnTo>
                <a:lnTo>
                  <a:pt x="777" y="0"/>
                </a:lnTo>
                <a:lnTo>
                  <a:pt x="2162" y="0"/>
                </a:lnTo>
                <a:lnTo>
                  <a:pt x="2265" y="116"/>
                </a:lnTo>
                <a:lnTo>
                  <a:pt x="5756" y="112"/>
                </a:lnTo>
                <a:lnTo>
                  <a:pt x="5763" y="567"/>
                </a:lnTo>
                <a:lnTo>
                  <a:pt x="6" y="556"/>
                </a:lnTo>
              </a:path>
            </a:pathLst>
          </a:custGeom>
          <a:solidFill>
            <a:schemeClr val="bg2"/>
          </a:solidFill>
          <a:ln w="9525">
            <a:noFill/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5" name="Freeform 3"/>
          <p:cNvSpPr/>
          <p:nvPr/>
        </p:nvSpPr>
        <p:spPr bwMode="gray">
          <a:xfrm>
            <a:off x="0" y="549275"/>
            <a:ext cx="9144000" cy="625475"/>
          </a:xfrm>
          <a:custGeom>
            <a:avLst/>
            <a:gdLst/>
            <a:ahLst/>
            <a:cxnLst>
              <a:cxn ang="0">
                <a:pos x="449" y="370"/>
              </a:cxn>
              <a:cxn ang="0">
                <a:pos x="768" y="1"/>
              </a:cxn>
              <a:cxn ang="0">
                <a:pos x="2158" y="0"/>
              </a:cxn>
              <a:cxn ang="0">
                <a:pos x="2258" y="115"/>
              </a:cxn>
              <a:cxn ang="0">
                <a:pos x="5784" y="115"/>
              </a:cxn>
              <a:cxn ang="0">
                <a:pos x="5779" y="528"/>
              </a:cxn>
              <a:cxn ang="0">
                <a:pos x="0" y="519"/>
              </a:cxn>
              <a:cxn ang="0">
                <a:pos x="0" y="371"/>
              </a:cxn>
            </a:cxnLst>
            <a:rect l="0" t="0" r="r" b="b"/>
            <a:pathLst>
              <a:path w="5784" h="528">
                <a:moveTo>
                  <a:pt x="449" y="370"/>
                </a:moveTo>
                <a:lnTo>
                  <a:pt x="768" y="1"/>
                </a:lnTo>
                <a:lnTo>
                  <a:pt x="2158" y="0"/>
                </a:lnTo>
                <a:lnTo>
                  <a:pt x="2258" y="115"/>
                </a:lnTo>
                <a:lnTo>
                  <a:pt x="5784" y="115"/>
                </a:lnTo>
                <a:lnTo>
                  <a:pt x="5779" y="528"/>
                </a:lnTo>
                <a:lnTo>
                  <a:pt x="0" y="519"/>
                </a:lnTo>
                <a:lnTo>
                  <a:pt x="0" y="371"/>
                </a:lnTo>
              </a:path>
            </a:pathLst>
          </a:custGeom>
          <a:gradFill rotWithShape="1">
            <a:gsLst>
              <a:gs pos="0">
                <a:srgbClr val="3366FF">
                  <a:gamma/>
                  <a:shade val="82353"/>
                  <a:invGamma/>
                  <a:alpha val="53999"/>
                </a:srgbClr>
              </a:gs>
              <a:gs pos="100000">
                <a:srgbClr val="3366FF"/>
              </a:gs>
            </a:gsLst>
            <a:lin ang="18900000" scaled="1"/>
          </a:gradFill>
          <a:ln w="9525">
            <a:noFill/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Grp="1"/>
          </p:cNvSpPr>
          <p:nvPr>
            <p:ph type="body" idx="1"/>
          </p:nvPr>
        </p:nvSpPr>
        <p:spPr>
          <a:xfrm>
            <a:off x="457200" y="1343025"/>
            <a:ext cx="8229600" cy="49657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5427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791200" y="6537325"/>
            <a:ext cx="2895600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1">
                <a:latin typeface="+mj-lt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700338" y="6597650"/>
            <a:ext cx="2951163" cy="260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 b="1">
                <a:latin typeface="+mj-lt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8"/>
          <p:cNvSpPr>
            <a:spLocks noGrp="1"/>
          </p:cNvSpPr>
          <p:nvPr>
            <p:ph type="title"/>
          </p:nvPr>
        </p:nvSpPr>
        <p:spPr>
          <a:xfrm>
            <a:off x="609600" y="579438"/>
            <a:ext cx="7848600" cy="5635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54282" name="Text Box 10"/>
          <p:cNvSpPr txBox="1">
            <a:spLocks noChangeArrowheads="1"/>
          </p:cNvSpPr>
          <p:nvPr/>
        </p:nvSpPr>
        <p:spPr bwMode="auto">
          <a:xfrm>
            <a:off x="1908175" y="6453188"/>
            <a:ext cx="4968875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 lvl="0" eaLnBrk="1" hangingPunct="1">
              <a:spcBef>
                <a:spcPct val="50000"/>
              </a:spcBef>
              <a:buNone/>
            </a:pPr>
            <a:r>
              <a:rPr lang="en-US" altLang="zh-CN" sz="1800" b="0" dirty="0">
                <a:latin typeface="Arial" panose="020B0604020202020204" pitchFamily="34" charset="0"/>
              </a:rPr>
              <a:t> </a:t>
            </a:r>
            <a:endParaRPr lang="en-US" altLang="zh-CN" sz="1800" b="0" dirty="0">
              <a:latin typeface="Arial" panose="020B0604020202020204" pitchFamily="34" charset="0"/>
            </a:endParaRPr>
          </a:p>
        </p:txBody>
      </p:sp>
      <p:sp>
        <p:nvSpPr>
          <p:cNvPr id="1045" name="Text Box 21"/>
          <p:cNvSpPr txBox="1">
            <a:spLocks noChangeArrowheads="1"/>
          </p:cNvSpPr>
          <p:nvPr/>
        </p:nvSpPr>
        <p:spPr bwMode="auto">
          <a:xfrm>
            <a:off x="1547813" y="6567488"/>
            <a:ext cx="5976938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北京华力创通科技股份有限公司      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Http://www.hwacreate.com.cn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46" name="Line 22"/>
          <p:cNvSpPr>
            <a:spLocks noChangeShapeType="1"/>
          </p:cNvSpPr>
          <p:nvPr/>
        </p:nvSpPr>
        <p:spPr bwMode="auto">
          <a:xfrm>
            <a:off x="323850" y="6567488"/>
            <a:ext cx="88201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101882" tIns="50941" rIns="101882" bIns="5094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107" name="Picture 16" descr="未标题-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667625" y="0"/>
            <a:ext cx="1476375" cy="62071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ransition spd="med"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2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1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1.xml"/><Relationship Id="rId1" Type="http://schemas.openxmlformats.org/officeDocument/2006/relationships/tags" Target="../tags/tag2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1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30.xml"/><Relationship Id="rId1" Type="http://schemas.openxmlformats.org/officeDocument/2006/relationships/tags" Target="../tags/tag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Rectangle 2"/>
          <p:cNvSpPr>
            <a:spLocks noGrp="1" noChangeArrowheads="1"/>
          </p:cNvSpPr>
          <p:nvPr>
            <p:ph type="ctrTitle" sz="quarter" hasCustomPrompt="1"/>
          </p:nvPr>
        </p:nvSpPr>
        <p:spPr bwMode="black">
          <a:xfrm>
            <a:off x="611188" y="1484313"/>
            <a:ext cx="8137525" cy="13731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br>
              <a:rPr kumimoji="0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隶书" panose="02010509060101010101" pitchFamily="49" charset="-122"/>
                <a:cs typeface="+mj-cs"/>
              </a:rPr>
            </a:br>
            <a:endParaRPr kumimoji="0" lang="zh-CN" altLang="en-US" sz="3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隶书" panose="02010509060101010101" pitchFamily="49" charset="-122"/>
              <a:cs typeface="+mj-cs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type="subTitle" idx="1"/>
          </p:nvPr>
        </p:nvSpPr>
        <p:spPr>
          <a:xfrm>
            <a:off x="928688" y="4643438"/>
            <a:ext cx="7315200" cy="657225"/>
          </a:xfrm>
        </p:spPr>
        <p:txBody>
          <a:bodyPr vert="horz" wrap="square" lIns="91440" tIns="45720" rIns="91440" bIns="45720" anchor="t" anchorCtr="0"/>
          <a:p>
            <a:pPr algn="ctr" eaLnBrk="1" hangingPunct="1">
              <a:buSzTx/>
            </a:pPr>
            <a:r>
              <a:rPr lang="en-US" altLang="zh-CN" sz="2400" dirty="0">
                <a:ea typeface="宋体" panose="02010600030101010101" pitchFamily="2" charset="-122"/>
                <a:sym typeface="+mn-ea"/>
              </a:rPr>
              <a:t>北京华力创通科技股份有限公司</a:t>
            </a:r>
            <a:endParaRPr lang="en-US" altLang="zh-CN" sz="2400" dirty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eaLnBrk="1" hangingPunct="1">
              <a:buSzTx/>
            </a:pP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2026-6-7</a:t>
            </a:r>
            <a:endParaRPr lang="en-US" altLang="zh-CN" sz="2400" dirty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681297" y="2829129"/>
            <a:ext cx="1957806" cy="1758142"/>
            <a:chOff x="4766625" y="-1219201"/>
            <a:chExt cx="2658750" cy="2387602"/>
          </a:xfrm>
        </p:grpSpPr>
        <p:sp>
          <p:nvSpPr>
            <p:cNvPr id="31" name="任意多边形 30"/>
            <p:cNvSpPr/>
            <p:nvPr/>
          </p:nvSpPr>
          <p:spPr>
            <a:xfrm>
              <a:off x="4766625" y="-1219201"/>
              <a:ext cx="2658750" cy="2387602"/>
            </a:xfrm>
            <a:custGeom>
              <a:avLst/>
              <a:gdLst>
                <a:gd name="connsiteX0" fmla="*/ 949445 w 3191647"/>
                <a:gd name="connsiteY0" fmla="*/ 0 h 2866152"/>
                <a:gd name="connsiteX1" fmla="*/ 2234352 w 3191647"/>
                <a:gd name="connsiteY1" fmla="*/ 0 h 2866152"/>
                <a:gd name="connsiteX2" fmla="*/ 2402131 w 3191647"/>
                <a:gd name="connsiteY2" fmla="*/ 51249 h 2866152"/>
                <a:gd name="connsiteX3" fmla="*/ 2409685 w 3191647"/>
                <a:gd name="connsiteY3" fmla="*/ 57482 h 2866152"/>
                <a:gd name="connsiteX4" fmla="*/ 2430115 w 3191647"/>
                <a:gd name="connsiteY4" fmla="*/ 70005 h 2866152"/>
                <a:gd name="connsiteX5" fmla="*/ 2508940 w 3191647"/>
                <a:gd name="connsiteY5" fmla="*/ 159371 h 2866152"/>
                <a:gd name="connsiteX6" fmla="*/ 3151394 w 3191647"/>
                <a:gd name="connsiteY6" fmla="*/ 1272133 h 2866152"/>
                <a:gd name="connsiteX7" fmla="*/ 3181372 w 3191647"/>
                <a:gd name="connsiteY7" fmla="*/ 1499841 h 2866152"/>
                <a:gd name="connsiteX8" fmla="*/ 3172981 w 3191647"/>
                <a:gd name="connsiteY8" fmla="*/ 1522315 h 2866152"/>
                <a:gd name="connsiteX9" fmla="*/ 3170003 w 3191647"/>
                <a:gd name="connsiteY9" fmla="*/ 1535472 h 2866152"/>
                <a:gd name="connsiteX10" fmla="*/ 3145044 w 3191647"/>
                <a:gd name="connsiteY10" fmla="*/ 1590895 h 2866152"/>
                <a:gd name="connsiteX11" fmla="*/ 2502590 w 3191647"/>
                <a:gd name="connsiteY11" fmla="*/ 2703657 h 2866152"/>
                <a:gd name="connsiteX12" fmla="*/ 2488794 w 3191647"/>
                <a:gd name="connsiteY12" fmla="*/ 2722817 h 2866152"/>
                <a:gd name="connsiteX13" fmla="*/ 2482806 w 3191647"/>
                <a:gd name="connsiteY13" fmla="*/ 2733849 h 2866152"/>
                <a:gd name="connsiteX14" fmla="*/ 2467439 w 3191647"/>
                <a:gd name="connsiteY14" fmla="*/ 2752474 h 2866152"/>
                <a:gd name="connsiteX15" fmla="*/ 2467072 w 3191647"/>
                <a:gd name="connsiteY15" fmla="*/ 2752984 h 2866152"/>
                <a:gd name="connsiteX16" fmla="*/ 2466846 w 3191647"/>
                <a:gd name="connsiteY16" fmla="*/ 2753192 h 2866152"/>
                <a:gd name="connsiteX17" fmla="*/ 2446163 w 3191647"/>
                <a:gd name="connsiteY17" fmla="*/ 2778260 h 2866152"/>
                <a:gd name="connsiteX18" fmla="*/ 2233973 w 3191647"/>
                <a:gd name="connsiteY18" fmla="*/ 2866152 h 2866152"/>
                <a:gd name="connsiteX19" fmla="*/ 949066 w 3191647"/>
                <a:gd name="connsiteY19" fmla="*/ 2866152 h 2866152"/>
                <a:gd name="connsiteX20" fmla="*/ 700233 w 3191647"/>
                <a:gd name="connsiteY20" fmla="*/ 2733849 h 2866152"/>
                <a:gd name="connsiteX21" fmla="*/ 689623 w 3191647"/>
                <a:gd name="connsiteY21" fmla="*/ 2714300 h 2866152"/>
                <a:gd name="connsiteX22" fmla="*/ 681960 w 3191647"/>
                <a:gd name="connsiteY22" fmla="*/ 2703658 h 2866152"/>
                <a:gd name="connsiteX23" fmla="*/ 39506 w 3191647"/>
                <a:gd name="connsiteY23" fmla="*/ 1590896 h 2866152"/>
                <a:gd name="connsiteX24" fmla="*/ 1526 w 3191647"/>
                <a:gd name="connsiteY24" fmla="*/ 1477948 h 2866152"/>
                <a:gd name="connsiteX25" fmla="*/ 720 w 3191647"/>
                <a:gd name="connsiteY25" fmla="*/ 1447354 h 2866152"/>
                <a:gd name="connsiteX26" fmla="*/ 0 w 3191647"/>
                <a:gd name="connsiteY26" fmla="*/ 1443059 h 2866152"/>
                <a:gd name="connsiteX27" fmla="*/ 303 w 3191647"/>
                <a:gd name="connsiteY27" fmla="*/ 1431516 h 2866152"/>
                <a:gd name="connsiteX28" fmla="*/ 0 w 3191647"/>
                <a:gd name="connsiteY28" fmla="*/ 1419970 h 2866152"/>
                <a:gd name="connsiteX29" fmla="*/ 720 w 3191647"/>
                <a:gd name="connsiteY29" fmla="*/ 1415675 h 2866152"/>
                <a:gd name="connsiteX30" fmla="*/ 1526 w 3191647"/>
                <a:gd name="connsiteY30" fmla="*/ 1385081 h 2866152"/>
                <a:gd name="connsiteX31" fmla="*/ 39506 w 3191647"/>
                <a:gd name="connsiteY31" fmla="*/ 1272134 h 2866152"/>
                <a:gd name="connsiteX32" fmla="*/ 681960 w 3191647"/>
                <a:gd name="connsiteY32" fmla="*/ 159372 h 2866152"/>
                <a:gd name="connsiteX33" fmla="*/ 698045 w 3191647"/>
                <a:gd name="connsiteY33" fmla="*/ 137034 h 2866152"/>
                <a:gd name="connsiteX34" fmla="*/ 700612 w 3191647"/>
                <a:gd name="connsiteY34" fmla="*/ 132303 h 2866152"/>
                <a:gd name="connsiteX35" fmla="*/ 707202 w 3191647"/>
                <a:gd name="connsiteY35" fmla="*/ 124316 h 2866152"/>
                <a:gd name="connsiteX36" fmla="*/ 717478 w 3191647"/>
                <a:gd name="connsiteY36" fmla="*/ 110046 h 2866152"/>
                <a:gd name="connsiteX37" fmla="*/ 723796 w 3191647"/>
                <a:gd name="connsiteY37" fmla="*/ 104204 h 2866152"/>
                <a:gd name="connsiteX38" fmla="*/ 737255 w 3191647"/>
                <a:gd name="connsiteY38" fmla="*/ 87892 h 2866152"/>
                <a:gd name="connsiteX39" fmla="*/ 949445 w 3191647"/>
                <a:gd name="connsiteY39" fmla="*/ 0 h 2866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191647" h="2866152">
                  <a:moveTo>
                    <a:pt x="949445" y="0"/>
                  </a:moveTo>
                  <a:lnTo>
                    <a:pt x="2234352" y="0"/>
                  </a:lnTo>
                  <a:cubicBezTo>
                    <a:pt x="2296501" y="0"/>
                    <a:pt x="2354237" y="18893"/>
                    <a:pt x="2402131" y="51249"/>
                  </a:cubicBezTo>
                  <a:lnTo>
                    <a:pt x="2409685" y="57482"/>
                  </a:lnTo>
                  <a:lnTo>
                    <a:pt x="2430115" y="70005"/>
                  </a:lnTo>
                  <a:cubicBezTo>
                    <a:pt x="2461216" y="93504"/>
                    <a:pt x="2488224" y="123489"/>
                    <a:pt x="2508940" y="159371"/>
                  </a:cubicBezTo>
                  <a:lnTo>
                    <a:pt x="3151394" y="1272133"/>
                  </a:lnTo>
                  <a:cubicBezTo>
                    <a:pt x="3192826" y="1343897"/>
                    <a:pt x="3201249" y="1425660"/>
                    <a:pt x="3181372" y="1499841"/>
                  </a:cubicBezTo>
                  <a:lnTo>
                    <a:pt x="3172981" y="1522315"/>
                  </a:lnTo>
                  <a:lnTo>
                    <a:pt x="3170003" y="1535472"/>
                  </a:lnTo>
                  <a:cubicBezTo>
                    <a:pt x="3163697" y="1554388"/>
                    <a:pt x="3155402" y="1572954"/>
                    <a:pt x="3145044" y="1590895"/>
                  </a:cubicBezTo>
                  <a:lnTo>
                    <a:pt x="2502590" y="2703657"/>
                  </a:lnTo>
                  <a:lnTo>
                    <a:pt x="2488794" y="2722817"/>
                  </a:lnTo>
                  <a:lnTo>
                    <a:pt x="2482806" y="2733849"/>
                  </a:lnTo>
                  <a:lnTo>
                    <a:pt x="2467439" y="2752474"/>
                  </a:lnTo>
                  <a:lnTo>
                    <a:pt x="2467072" y="2752984"/>
                  </a:lnTo>
                  <a:lnTo>
                    <a:pt x="2466846" y="2753192"/>
                  </a:lnTo>
                  <a:lnTo>
                    <a:pt x="2446163" y="2778260"/>
                  </a:lnTo>
                  <a:cubicBezTo>
                    <a:pt x="2391859" y="2832565"/>
                    <a:pt x="2316839" y="2866152"/>
                    <a:pt x="2233973" y="2866152"/>
                  </a:cubicBezTo>
                  <a:lnTo>
                    <a:pt x="949066" y="2866152"/>
                  </a:lnTo>
                  <a:cubicBezTo>
                    <a:pt x="845484" y="2866152"/>
                    <a:pt x="754160" y="2813671"/>
                    <a:pt x="700233" y="2733849"/>
                  </a:cubicBezTo>
                  <a:lnTo>
                    <a:pt x="689623" y="2714300"/>
                  </a:lnTo>
                  <a:lnTo>
                    <a:pt x="681960" y="2703658"/>
                  </a:lnTo>
                  <a:lnTo>
                    <a:pt x="39506" y="1590896"/>
                  </a:lnTo>
                  <a:cubicBezTo>
                    <a:pt x="18789" y="1555014"/>
                    <a:pt x="6326" y="1516632"/>
                    <a:pt x="1526" y="1477948"/>
                  </a:cubicBezTo>
                  <a:lnTo>
                    <a:pt x="720" y="1447354"/>
                  </a:lnTo>
                  <a:lnTo>
                    <a:pt x="0" y="1443059"/>
                  </a:lnTo>
                  <a:lnTo>
                    <a:pt x="303" y="1431516"/>
                  </a:lnTo>
                  <a:lnTo>
                    <a:pt x="0" y="1419970"/>
                  </a:lnTo>
                  <a:lnTo>
                    <a:pt x="720" y="1415675"/>
                  </a:lnTo>
                  <a:lnTo>
                    <a:pt x="1526" y="1385081"/>
                  </a:lnTo>
                  <a:cubicBezTo>
                    <a:pt x="6326" y="1346398"/>
                    <a:pt x="18789" y="1308016"/>
                    <a:pt x="39506" y="1272134"/>
                  </a:cubicBezTo>
                  <a:lnTo>
                    <a:pt x="681960" y="159372"/>
                  </a:lnTo>
                  <a:lnTo>
                    <a:pt x="698045" y="137034"/>
                  </a:lnTo>
                  <a:lnTo>
                    <a:pt x="700612" y="132303"/>
                  </a:lnTo>
                  <a:lnTo>
                    <a:pt x="707202" y="124316"/>
                  </a:lnTo>
                  <a:lnTo>
                    <a:pt x="717478" y="110046"/>
                  </a:lnTo>
                  <a:lnTo>
                    <a:pt x="723796" y="104204"/>
                  </a:lnTo>
                  <a:lnTo>
                    <a:pt x="737255" y="87892"/>
                  </a:lnTo>
                  <a:cubicBezTo>
                    <a:pt x="791559" y="33588"/>
                    <a:pt x="866580" y="0"/>
                    <a:pt x="949445" y="0"/>
                  </a:cubicBezTo>
                  <a:close/>
                </a:path>
              </a:pathLst>
            </a:custGeom>
            <a:gradFill>
              <a:gsLst>
                <a:gs pos="0">
                  <a:srgbClr val="E5E5E5"/>
                </a:gs>
                <a:gs pos="100000">
                  <a:srgbClr val="FEFEFE"/>
                </a:gs>
              </a:gsLst>
              <a:lin ang="5400000" scaled="1"/>
            </a:gradFill>
            <a:ln w="254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E0E0E0"/>
                  </a:gs>
                </a:gsLst>
                <a:lin ang="5400000" scaled="1"/>
              </a:gradFill>
            </a:ln>
            <a:effectLst>
              <a:outerShdw blurRad="571500" dist="342900" dir="228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423462" y="-98501"/>
              <a:ext cx="1365363" cy="7941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solidFill>
                    <a:srgbClr val="0A235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目录</a:t>
              </a:r>
              <a:endParaRPr lang="zh-CN" altLang="en-US" sz="3200" dirty="0">
                <a:solidFill>
                  <a:srgbClr val="0A23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5355740" y="-722841"/>
              <a:ext cx="1974900" cy="5015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A235B"/>
                  </a:solidFill>
                  <a:latin typeface="锐字云字库超粗黑体1.0" panose="02010604000000000000" pitchFamily="2" charset="-122"/>
                  <a:ea typeface="锐字云字库超粗黑体1.0" panose="02010604000000000000" pitchFamily="2" charset="-122"/>
                </a:rPr>
                <a:t>CONTENTS</a:t>
              </a:r>
              <a:endParaRPr lang="zh-CN" altLang="en-US" dirty="0">
                <a:solidFill>
                  <a:srgbClr val="0A235B"/>
                </a:solidFill>
                <a:latin typeface="锐字云字库超粗黑体1.0" panose="02010604000000000000" pitchFamily="2" charset="-122"/>
                <a:ea typeface="锐字云字库超粗黑体1.0" panose="02010604000000000000" pitchFamily="2" charset="-122"/>
              </a:endParaRPr>
            </a:p>
          </p:txBody>
        </p:sp>
      </p:grpSp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3237865" y="2265680"/>
            <a:ext cx="4767580" cy="575310"/>
            <a:chOff x="6476" y="2725"/>
            <a:chExt cx="7508" cy="906"/>
          </a:xfrm>
        </p:grpSpPr>
        <p:grpSp>
          <p:nvGrpSpPr>
            <p:cNvPr id="14" name="组 4"/>
            <p:cNvGrpSpPr/>
            <p:nvPr>
              <p:custDataLst>
                <p:tags r:id="rId2"/>
              </p:custDataLst>
            </p:nvPr>
          </p:nvGrpSpPr>
          <p:grpSpPr>
            <a:xfrm>
              <a:off x="6476" y="2725"/>
              <a:ext cx="7508" cy="907"/>
              <a:chOff x="5510641" y="2601803"/>
              <a:chExt cx="4767527" cy="576064"/>
            </a:xfrm>
          </p:grpSpPr>
          <p:grpSp>
            <p:nvGrpSpPr>
              <p:cNvPr id="15" name="组合 14"/>
              <p:cNvGrpSpPr/>
              <p:nvPr/>
            </p:nvGrpSpPr>
            <p:grpSpPr>
              <a:xfrm>
                <a:off x="5510641" y="2601803"/>
                <a:ext cx="4767527" cy="576064"/>
                <a:chOff x="4384599" y="1561976"/>
                <a:chExt cx="3575645" cy="432048"/>
              </a:xfrm>
              <a:solidFill>
                <a:srgbClr val="0A56A9"/>
              </a:solidFill>
            </p:grpSpPr>
            <p:sp>
              <p:nvSpPr>
                <p:cNvPr id="16" name="圆角矩形 15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4384599" y="1561976"/>
                  <a:ext cx="3575645" cy="432048"/>
                </a:xfrm>
                <a:prstGeom prst="roundRect">
                  <a:avLst/>
                </a:prstGeom>
                <a:grpFill/>
                <a:ln w="12700">
                  <a:noFill/>
                </a:ln>
                <a:effectLst>
                  <a:innerShdw blurRad="63500" dist="25400" dir="156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schemeClr val="lt1">
                        <a:shade val="30000"/>
                        <a:satMod val="115000"/>
                      </a:schemeClr>
                    </a:solidFill>
                  </a:endParaRPr>
                </a:p>
              </p:txBody>
            </p:sp>
            <p:sp>
              <p:nvSpPr>
                <p:cNvPr id="17" name="圆角矩形 16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5222887" y="1610214"/>
                  <a:ext cx="2664296" cy="335572"/>
                </a:xfrm>
                <a:prstGeom prst="roundRect">
                  <a:avLst/>
                </a:prstGeom>
                <a:solidFill>
                  <a:srgbClr val="E8E8E8"/>
                </a:solidFill>
                <a:ln w="12700">
                  <a:gradFill>
                    <a:gsLst>
                      <a:gs pos="100000">
                        <a:schemeClr val="bg1">
                          <a:lumMod val="75000"/>
                        </a:schemeClr>
                      </a:gs>
                      <a:gs pos="50000">
                        <a:schemeClr val="bg1">
                          <a:lumMod val="95000"/>
                        </a:schemeClr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</a:ln>
                <a:effectLst>
                  <a:outerShdw blurRad="50800" dist="38100" dir="2700000" algn="tl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schemeClr val="lt1">
                        <a:shade val="30000"/>
                        <a:satMod val="115000"/>
                      </a:schemeClr>
                    </a:solidFill>
                  </a:endParaRPr>
                </a:p>
              </p:txBody>
            </p:sp>
          </p:grpSp>
          <p:sp>
            <p:nvSpPr>
              <p:cNvPr id="18" name="TextBox 18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628864" y="2634195"/>
                <a:ext cx="3552786" cy="465948"/>
              </a:xfrm>
              <a:prstGeom prst="round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zh-CN" altLang="en-US" sz="2135" b="1" dirty="0">
                  <a:solidFill>
                    <a:srgbClr val="0A235B"/>
                  </a:solidFill>
                  <a:ea typeface="微软雅黑" panose="020B0503020204020204" charset="-122"/>
                  <a:sym typeface="+mn-ea"/>
                </a:endParaRPr>
              </a:p>
            </p:txBody>
          </p:sp>
        </p:grpSp>
        <p:sp>
          <p:nvSpPr>
            <p:cNvPr id="19" name="圆角矩形 18"/>
            <p:cNvSpPr/>
            <p:nvPr>
              <p:custDataLst>
                <p:tags r:id="rId6"/>
              </p:custDataLst>
            </p:nvPr>
          </p:nvSpPr>
          <p:spPr>
            <a:xfrm>
              <a:off x="6591" y="2827"/>
              <a:ext cx="1427" cy="705"/>
            </a:xfrm>
            <a:prstGeom prst="roundRect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  <a:ln w="12700">
              <a:gradFill>
                <a:gsLst>
                  <a:gs pos="100000">
                    <a:schemeClr val="bg1">
                      <a:lumMod val="75000"/>
                    </a:schemeClr>
                  </a:gs>
                  <a:gs pos="50000">
                    <a:schemeClr val="bg1">
                      <a:lumMod val="95000"/>
                    </a:schemeClr>
                  </a:gs>
                  <a:gs pos="0">
                    <a:schemeClr val="bg1"/>
                  </a:gs>
                </a:gsLst>
                <a:lin ang="5400000" scaled="0"/>
              </a:gradFill>
            </a:ln>
            <a:effectLst>
              <a:outerShdw blurRad="50800" dist="381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rgbClr val="0A235B"/>
                  </a:solidFill>
                  <a:latin typeface="Impact" panose="020B0806030902050204" pitchFamily="34" charset="0"/>
                  <a:ea typeface="微软雅黑" panose="020B0503020204020204" charset="-122"/>
                </a:rPr>
                <a:t>0 1</a:t>
              </a:r>
              <a:endParaRPr lang="zh-CN" altLang="en-US" sz="2400" dirty="0">
                <a:solidFill>
                  <a:srgbClr val="0A235B"/>
                </a:solidFill>
                <a:latin typeface="Impact" panose="020B0806030902050204" pitchFamily="34" charset="0"/>
                <a:ea typeface="微软雅黑" panose="020B0503020204020204" charset="-122"/>
              </a:endParaRPr>
            </a:p>
          </p:txBody>
        </p:sp>
      </p:grpSp>
      <p:grpSp>
        <p:nvGrpSpPr>
          <p:cNvPr id="26" name="组合 25"/>
          <p:cNvGrpSpPr/>
          <p:nvPr>
            <p:custDataLst>
              <p:tags r:id="rId7"/>
            </p:custDataLst>
          </p:nvPr>
        </p:nvGrpSpPr>
        <p:grpSpPr>
          <a:xfrm>
            <a:off x="3237865" y="3469005"/>
            <a:ext cx="4767580" cy="575310"/>
            <a:chOff x="6476" y="5175"/>
            <a:chExt cx="7508" cy="906"/>
          </a:xfrm>
        </p:grpSpPr>
        <p:grpSp>
          <p:nvGrpSpPr>
            <p:cNvPr id="93" name="组 6"/>
            <p:cNvGrpSpPr/>
            <p:nvPr>
              <p:custDataLst>
                <p:tags r:id="rId8"/>
              </p:custDataLst>
            </p:nvPr>
          </p:nvGrpSpPr>
          <p:grpSpPr>
            <a:xfrm>
              <a:off x="6476" y="5175"/>
              <a:ext cx="7508" cy="907"/>
              <a:chOff x="5510641" y="4584542"/>
              <a:chExt cx="4767527" cy="576064"/>
            </a:xfrm>
          </p:grpSpPr>
          <p:grpSp>
            <p:nvGrpSpPr>
              <p:cNvPr id="94" name="组合 93"/>
              <p:cNvGrpSpPr/>
              <p:nvPr/>
            </p:nvGrpSpPr>
            <p:grpSpPr>
              <a:xfrm>
                <a:off x="5510641" y="4584542"/>
                <a:ext cx="4767527" cy="576064"/>
                <a:chOff x="4384599" y="1561976"/>
                <a:chExt cx="3575645" cy="432048"/>
              </a:xfrm>
              <a:solidFill>
                <a:srgbClr val="0A56A9"/>
              </a:solidFill>
            </p:grpSpPr>
            <p:sp>
              <p:nvSpPr>
                <p:cNvPr id="95" name="圆角矩形 94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4384599" y="1561976"/>
                  <a:ext cx="3575645" cy="432048"/>
                </a:xfrm>
                <a:prstGeom prst="roundRect">
                  <a:avLst/>
                </a:prstGeom>
                <a:grpFill/>
                <a:ln w="12700">
                  <a:noFill/>
                </a:ln>
                <a:effectLst>
                  <a:innerShdw blurRad="63500" dist="25400" dir="156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schemeClr val="lt1">
                        <a:shade val="30000"/>
                        <a:satMod val="115000"/>
                      </a:schemeClr>
                    </a:solidFill>
                  </a:endParaRPr>
                </a:p>
              </p:txBody>
            </p:sp>
            <p:sp>
              <p:nvSpPr>
                <p:cNvPr id="96" name="圆角矩形 95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5222887" y="1610214"/>
                  <a:ext cx="2664296" cy="335572"/>
                </a:xfrm>
                <a:prstGeom prst="roundRect">
                  <a:avLst/>
                </a:prstGeom>
                <a:solidFill>
                  <a:srgbClr val="E8E8E8"/>
                </a:solidFill>
                <a:ln w="12700">
                  <a:gradFill>
                    <a:gsLst>
                      <a:gs pos="100000">
                        <a:schemeClr val="bg1">
                          <a:lumMod val="75000"/>
                        </a:schemeClr>
                      </a:gs>
                      <a:gs pos="50000">
                        <a:schemeClr val="bg1">
                          <a:lumMod val="95000"/>
                        </a:schemeClr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</a:ln>
                <a:effectLst>
                  <a:outerShdw blurRad="50800" dist="38100" dir="2700000" algn="tl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schemeClr val="lt1">
                        <a:shade val="30000"/>
                        <a:satMod val="115000"/>
                      </a:schemeClr>
                    </a:solidFill>
                  </a:endParaRPr>
                </a:p>
              </p:txBody>
            </p:sp>
          </p:grpSp>
          <p:sp>
            <p:nvSpPr>
              <p:cNvPr id="97" name="TextBox 192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6628229" y="4663298"/>
                <a:ext cx="3554690" cy="465948"/>
              </a:xfrm>
              <a:prstGeom prst="round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zh-CN" altLang="en-US" sz="2135" b="1" dirty="0">
                  <a:solidFill>
                    <a:srgbClr val="0A235B"/>
                  </a:solidFill>
                  <a:ea typeface="微软雅黑" panose="020B0503020204020204" charset="-122"/>
                </a:endParaRPr>
              </a:p>
            </p:txBody>
          </p:sp>
        </p:grpSp>
        <p:sp>
          <p:nvSpPr>
            <p:cNvPr id="98" name="圆角矩形 97"/>
            <p:cNvSpPr/>
            <p:nvPr>
              <p:custDataLst>
                <p:tags r:id="rId12"/>
              </p:custDataLst>
            </p:nvPr>
          </p:nvSpPr>
          <p:spPr>
            <a:xfrm>
              <a:off x="6584" y="5262"/>
              <a:ext cx="1427" cy="705"/>
            </a:xfrm>
            <a:prstGeom prst="roundRect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  <a:ln w="12700">
              <a:gradFill>
                <a:gsLst>
                  <a:gs pos="100000">
                    <a:schemeClr val="bg1">
                      <a:lumMod val="75000"/>
                    </a:schemeClr>
                  </a:gs>
                  <a:gs pos="50000">
                    <a:schemeClr val="bg1">
                      <a:lumMod val="95000"/>
                    </a:schemeClr>
                  </a:gs>
                  <a:gs pos="0">
                    <a:schemeClr val="bg1"/>
                  </a:gs>
                </a:gsLst>
                <a:lin ang="5400000" scaled="0"/>
              </a:gradFill>
            </a:ln>
            <a:effectLst>
              <a:outerShdw blurRad="50800" dist="381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rgbClr val="0A235B"/>
                  </a:solidFill>
                  <a:latin typeface="Impact" panose="020B0806030902050204" pitchFamily="34" charset="0"/>
                  <a:ea typeface="微软雅黑" panose="020B0503020204020204" charset="-122"/>
                </a:rPr>
                <a:t>0 2</a:t>
              </a:r>
              <a:endParaRPr lang="zh-CN" altLang="en-US" sz="2400" dirty="0">
                <a:solidFill>
                  <a:srgbClr val="0A235B"/>
                </a:solidFill>
                <a:latin typeface="Impact" panose="020B0806030902050204" pitchFamily="34" charset="0"/>
                <a:ea typeface="微软雅黑" panose="020B0503020204020204" charset="-122"/>
              </a:endParaRPr>
            </a:p>
          </p:txBody>
        </p:sp>
      </p:grpSp>
      <p:grpSp>
        <p:nvGrpSpPr>
          <p:cNvPr id="27" name="组合 26"/>
          <p:cNvGrpSpPr/>
          <p:nvPr>
            <p:custDataLst>
              <p:tags r:id="rId13"/>
            </p:custDataLst>
          </p:nvPr>
        </p:nvGrpSpPr>
        <p:grpSpPr>
          <a:xfrm>
            <a:off x="3237865" y="4672330"/>
            <a:ext cx="4767580" cy="575310"/>
            <a:chOff x="6476" y="7625"/>
            <a:chExt cx="7508" cy="906"/>
          </a:xfrm>
        </p:grpSpPr>
        <p:grpSp>
          <p:nvGrpSpPr>
            <p:cNvPr id="100" name="组 6"/>
            <p:cNvGrpSpPr/>
            <p:nvPr>
              <p:custDataLst>
                <p:tags r:id="rId14"/>
              </p:custDataLst>
            </p:nvPr>
          </p:nvGrpSpPr>
          <p:grpSpPr>
            <a:xfrm>
              <a:off x="6476" y="7625"/>
              <a:ext cx="7508" cy="907"/>
              <a:chOff x="5510641" y="4584542"/>
              <a:chExt cx="4767527" cy="576064"/>
            </a:xfrm>
          </p:grpSpPr>
          <p:grpSp>
            <p:nvGrpSpPr>
              <p:cNvPr id="101" name="组合 100"/>
              <p:cNvGrpSpPr/>
              <p:nvPr/>
            </p:nvGrpSpPr>
            <p:grpSpPr>
              <a:xfrm>
                <a:off x="5510641" y="4584542"/>
                <a:ext cx="4767527" cy="576064"/>
                <a:chOff x="4384599" y="1561976"/>
                <a:chExt cx="3575645" cy="432048"/>
              </a:xfrm>
              <a:solidFill>
                <a:srgbClr val="0A56A9"/>
              </a:solidFill>
            </p:grpSpPr>
            <p:sp>
              <p:nvSpPr>
                <p:cNvPr id="102" name="圆角矩形 101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4384599" y="1561976"/>
                  <a:ext cx="3575645" cy="432048"/>
                </a:xfrm>
                <a:prstGeom prst="roundRect">
                  <a:avLst/>
                </a:prstGeom>
                <a:grpFill/>
                <a:ln w="12700">
                  <a:noFill/>
                </a:ln>
                <a:effectLst>
                  <a:innerShdw blurRad="63500" dist="25400" dir="156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schemeClr val="lt1">
                        <a:shade val="30000"/>
                        <a:satMod val="115000"/>
                      </a:schemeClr>
                    </a:solidFill>
                  </a:endParaRPr>
                </a:p>
              </p:txBody>
            </p:sp>
            <p:sp>
              <p:nvSpPr>
                <p:cNvPr id="103" name="圆角矩形 102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5222887" y="1610214"/>
                  <a:ext cx="2664296" cy="335572"/>
                </a:xfrm>
                <a:prstGeom prst="roundRect">
                  <a:avLst/>
                </a:prstGeom>
                <a:solidFill>
                  <a:srgbClr val="E8E8E8"/>
                </a:solidFill>
                <a:ln w="12700">
                  <a:gradFill>
                    <a:gsLst>
                      <a:gs pos="100000">
                        <a:schemeClr val="bg1">
                          <a:lumMod val="75000"/>
                        </a:schemeClr>
                      </a:gs>
                      <a:gs pos="50000">
                        <a:schemeClr val="bg1">
                          <a:lumMod val="95000"/>
                        </a:schemeClr>
                      </a:gs>
                      <a:gs pos="0">
                        <a:schemeClr val="bg1"/>
                      </a:gs>
                    </a:gsLst>
                    <a:lin ang="5400000" scaled="0"/>
                  </a:gradFill>
                </a:ln>
                <a:effectLst>
                  <a:outerShdw blurRad="50800" dist="38100" dir="2700000" algn="tl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schemeClr val="lt1">
                        <a:shade val="30000"/>
                        <a:satMod val="115000"/>
                      </a:schemeClr>
                    </a:solidFill>
                  </a:endParaRPr>
                </a:p>
              </p:txBody>
            </p:sp>
          </p:grpSp>
          <p:sp>
            <p:nvSpPr>
              <p:cNvPr id="104" name="TextBox 192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6628864" y="4663298"/>
                <a:ext cx="3550881" cy="465948"/>
              </a:xfrm>
              <a:prstGeom prst="round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zh-CN" altLang="en-US" sz="2135" dirty="0">
                  <a:solidFill>
                    <a:srgbClr val="0A235B"/>
                  </a:solidFill>
                  <a:ea typeface="微软雅黑" panose="020B0503020204020204" charset="-122"/>
                  <a:sym typeface="+mn-ea"/>
                </a:endParaRPr>
              </a:p>
            </p:txBody>
          </p:sp>
        </p:grpSp>
        <p:sp>
          <p:nvSpPr>
            <p:cNvPr id="105" name="圆角矩形 104"/>
            <p:cNvSpPr/>
            <p:nvPr>
              <p:custDataLst>
                <p:tags r:id="rId18"/>
              </p:custDataLst>
            </p:nvPr>
          </p:nvSpPr>
          <p:spPr>
            <a:xfrm>
              <a:off x="6584" y="7712"/>
              <a:ext cx="1427" cy="705"/>
            </a:xfrm>
            <a:prstGeom prst="roundRect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  <a:ln w="12700">
              <a:gradFill>
                <a:gsLst>
                  <a:gs pos="100000">
                    <a:schemeClr val="bg1">
                      <a:lumMod val="75000"/>
                    </a:schemeClr>
                  </a:gs>
                  <a:gs pos="50000">
                    <a:schemeClr val="bg1">
                      <a:lumMod val="95000"/>
                    </a:schemeClr>
                  </a:gs>
                  <a:gs pos="0">
                    <a:schemeClr val="bg1"/>
                  </a:gs>
                </a:gsLst>
                <a:lin ang="5400000" scaled="0"/>
              </a:gradFill>
            </a:ln>
            <a:effectLst>
              <a:outerShdw blurRad="50800" dist="381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rgbClr val="0A235B"/>
                  </a:solidFill>
                  <a:latin typeface="Impact" panose="020B0806030902050204" pitchFamily="34" charset="0"/>
                  <a:ea typeface="微软雅黑" panose="020B0503020204020204" charset="-122"/>
                </a:rPr>
                <a:t>0 3</a:t>
              </a:r>
              <a:endParaRPr lang="zh-CN" altLang="en-US" sz="2400" dirty="0">
                <a:solidFill>
                  <a:srgbClr val="0A235B"/>
                </a:solidFill>
                <a:latin typeface="Impact" panose="020B0806030902050204" pitchFamily="34" charset="0"/>
                <a:ea typeface="微软雅黑" panose="020B0503020204020204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971550" y="548640"/>
            <a:ext cx="3048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kern="0" dirty="0">
                <a:solidFill>
                  <a:schemeClr val="bg1"/>
                </a:solidFill>
                <a:latin typeface="锐字云字库超粗黑体1.0" panose="02010604000000000000" pitchFamily="2" charset="-122"/>
                <a:ea typeface="锐字云字库超粗黑体1.0" panose="02010604000000000000" pitchFamily="2" charset="-122"/>
                <a:cs typeface="+mj-cs"/>
                <a:sym typeface="+mn-ea"/>
              </a:rPr>
              <a:t>目录</a:t>
            </a:r>
            <a:endParaRPr lang="zh-CN" altLang="en-US" sz="3600" kern="0" dirty="0">
              <a:solidFill>
                <a:schemeClr val="bg1"/>
              </a:solidFill>
              <a:latin typeface="锐字云字库超粗黑体1.0" panose="02010604000000000000" pitchFamily="2" charset="-122"/>
              <a:ea typeface="锐字云字库超粗黑体1.0" panose="02010604000000000000" pitchFamily="2" charset="-122"/>
              <a:cs typeface="+mj-cs"/>
              <a:sym typeface="+mn-ea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直接连接符 3"/>
          <p:cNvCxnSpPr/>
          <p:nvPr/>
        </p:nvCxnSpPr>
        <p:spPr>
          <a:xfrm>
            <a:off x="3613785" y="2191385"/>
            <a:ext cx="0" cy="2468880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>
            <a:off x="116973" y="2185850"/>
            <a:ext cx="2755132" cy="2474156"/>
          </a:xfrm>
          <a:custGeom>
            <a:avLst/>
            <a:gdLst>
              <a:gd name="connsiteX0" fmla="*/ 949445 w 3191647"/>
              <a:gd name="connsiteY0" fmla="*/ 0 h 2866152"/>
              <a:gd name="connsiteX1" fmla="*/ 2234352 w 3191647"/>
              <a:gd name="connsiteY1" fmla="*/ 0 h 2866152"/>
              <a:gd name="connsiteX2" fmla="*/ 2402131 w 3191647"/>
              <a:gd name="connsiteY2" fmla="*/ 51249 h 2866152"/>
              <a:gd name="connsiteX3" fmla="*/ 2409685 w 3191647"/>
              <a:gd name="connsiteY3" fmla="*/ 57482 h 2866152"/>
              <a:gd name="connsiteX4" fmla="*/ 2430115 w 3191647"/>
              <a:gd name="connsiteY4" fmla="*/ 70005 h 2866152"/>
              <a:gd name="connsiteX5" fmla="*/ 2508940 w 3191647"/>
              <a:gd name="connsiteY5" fmla="*/ 159371 h 2866152"/>
              <a:gd name="connsiteX6" fmla="*/ 3151394 w 3191647"/>
              <a:gd name="connsiteY6" fmla="*/ 1272133 h 2866152"/>
              <a:gd name="connsiteX7" fmla="*/ 3181372 w 3191647"/>
              <a:gd name="connsiteY7" fmla="*/ 1499841 h 2866152"/>
              <a:gd name="connsiteX8" fmla="*/ 3172981 w 3191647"/>
              <a:gd name="connsiteY8" fmla="*/ 1522315 h 2866152"/>
              <a:gd name="connsiteX9" fmla="*/ 3170003 w 3191647"/>
              <a:gd name="connsiteY9" fmla="*/ 1535472 h 2866152"/>
              <a:gd name="connsiteX10" fmla="*/ 3145044 w 3191647"/>
              <a:gd name="connsiteY10" fmla="*/ 1590895 h 2866152"/>
              <a:gd name="connsiteX11" fmla="*/ 2502590 w 3191647"/>
              <a:gd name="connsiteY11" fmla="*/ 2703657 h 2866152"/>
              <a:gd name="connsiteX12" fmla="*/ 2488794 w 3191647"/>
              <a:gd name="connsiteY12" fmla="*/ 2722817 h 2866152"/>
              <a:gd name="connsiteX13" fmla="*/ 2482806 w 3191647"/>
              <a:gd name="connsiteY13" fmla="*/ 2733849 h 2866152"/>
              <a:gd name="connsiteX14" fmla="*/ 2467439 w 3191647"/>
              <a:gd name="connsiteY14" fmla="*/ 2752474 h 2866152"/>
              <a:gd name="connsiteX15" fmla="*/ 2467072 w 3191647"/>
              <a:gd name="connsiteY15" fmla="*/ 2752984 h 2866152"/>
              <a:gd name="connsiteX16" fmla="*/ 2466846 w 3191647"/>
              <a:gd name="connsiteY16" fmla="*/ 2753192 h 2866152"/>
              <a:gd name="connsiteX17" fmla="*/ 2446163 w 3191647"/>
              <a:gd name="connsiteY17" fmla="*/ 2778260 h 2866152"/>
              <a:gd name="connsiteX18" fmla="*/ 2233973 w 3191647"/>
              <a:gd name="connsiteY18" fmla="*/ 2866152 h 2866152"/>
              <a:gd name="connsiteX19" fmla="*/ 949066 w 3191647"/>
              <a:gd name="connsiteY19" fmla="*/ 2866152 h 2866152"/>
              <a:gd name="connsiteX20" fmla="*/ 700233 w 3191647"/>
              <a:gd name="connsiteY20" fmla="*/ 2733849 h 2866152"/>
              <a:gd name="connsiteX21" fmla="*/ 689623 w 3191647"/>
              <a:gd name="connsiteY21" fmla="*/ 2714300 h 2866152"/>
              <a:gd name="connsiteX22" fmla="*/ 681960 w 3191647"/>
              <a:gd name="connsiteY22" fmla="*/ 2703658 h 2866152"/>
              <a:gd name="connsiteX23" fmla="*/ 39506 w 3191647"/>
              <a:gd name="connsiteY23" fmla="*/ 1590896 h 2866152"/>
              <a:gd name="connsiteX24" fmla="*/ 1526 w 3191647"/>
              <a:gd name="connsiteY24" fmla="*/ 1477948 h 2866152"/>
              <a:gd name="connsiteX25" fmla="*/ 720 w 3191647"/>
              <a:gd name="connsiteY25" fmla="*/ 1447354 h 2866152"/>
              <a:gd name="connsiteX26" fmla="*/ 0 w 3191647"/>
              <a:gd name="connsiteY26" fmla="*/ 1443059 h 2866152"/>
              <a:gd name="connsiteX27" fmla="*/ 303 w 3191647"/>
              <a:gd name="connsiteY27" fmla="*/ 1431516 h 2866152"/>
              <a:gd name="connsiteX28" fmla="*/ 0 w 3191647"/>
              <a:gd name="connsiteY28" fmla="*/ 1419970 h 2866152"/>
              <a:gd name="connsiteX29" fmla="*/ 720 w 3191647"/>
              <a:gd name="connsiteY29" fmla="*/ 1415675 h 2866152"/>
              <a:gd name="connsiteX30" fmla="*/ 1526 w 3191647"/>
              <a:gd name="connsiteY30" fmla="*/ 1385081 h 2866152"/>
              <a:gd name="connsiteX31" fmla="*/ 39506 w 3191647"/>
              <a:gd name="connsiteY31" fmla="*/ 1272134 h 2866152"/>
              <a:gd name="connsiteX32" fmla="*/ 681960 w 3191647"/>
              <a:gd name="connsiteY32" fmla="*/ 159372 h 2866152"/>
              <a:gd name="connsiteX33" fmla="*/ 698045 w 3191647"/>
              <a:gd name="connsiteY33" fmla="*/ 137034 h 2866152"/>
              <a:gd name="connsiteX34" fmla="*/ 700612 w 3191647"/>
              <a:gd name="connsiteY34" fmla="*/ 132303 h 2866152"/>
              <a:gd name="connsiteX35" fmla="*/ 707202 w 3191647"/>
              <a:gd name="connsiteY35" fmla="*/ 124316 h 2866152"/>
              <a:gd name="connsiteX36" fmla="*/ 717478 w 3191647"/>
              <a:gd name="connsiteY36" fmla="*/ 110046 h 2866152"/>
              <a:gd name="connsiteX37" fmla="*/ 723796 w 3191647"/>
              <a:gd name="connsiteY37" fmla="*/ 104204 h 2866152"/>
              <a:gd name="connsiteX38" fmla="*/ 737255 w 3191647"/>
              <a:gd name="connsiteY38" fmla="*/ 87892 h 2866152"/>
              <a:gd name="connsiteX39" fmla="*/ 949445 w 3191647"/>
              <a:gd name="connsiteY39" fmla="*/ 0 h 2866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3191647" h="2866152">
                <a:moveTo>
                  <a:pt x="949445" y="0"/>
                </a:moveTo>
                <a:lnTo>
                  <a:pt x="2234352" y="0"/>
                </a:lnTo>
                <a:cubicBezTo>
                  <a:pt x="2296501" y="0"/>
                  <a:pt x="2354237" y="18893"/>
                  <a:pt x="2402131" y="51249"/>
                </a:cubicBezTo>
                <a:lnTo>
                  <a:pt x="2409685" y="57482"/>
                </a:lnTo>
                <a:lnTo>
                  <a:pt x="2430115" y="70005"/>
                </a:lnTo>
                <a:cubicBezTo>
                  <a:pt x="2461216" y="93504"/>
                  <a:pt x="2488224" y="123489"/>
                  <a:pt x="2508940" y="159371"/>
                </a:cubicBezTo>
                <a:lnTo>
                  <a:pt x="3151394" y="1272133"/>
                </a:lnTo>
                <a:cubicBezTo>
                  <a:pt x="3192826" y="1343897"/>
                  <a:pt x="3201249" y="1425660"/>
                  <a:pt x="3181372" y="1499841"/>
                </a:cubicBezTo>
                <a:lnTo>
                  <a:pt x="3172981" y="1522315"/>
                </a:lnTo>
                <a:lnTo>
                  <a:pt x="3170003" y="1535472"/>
                </a:lnTo>
                <a:cubicBezTo>
                  <a:pt x="3163697" y="1554388"/>
                  <a:pt x="3155402" y="1572954"/>
                  <a:pt x="3145044" y="1590895"/>
                </a:cubicBezTo>
                <a:lnTo>
                  <a:pt x="2502590" y="2703657"/>
                </a:lnTo>
                <a:lnTo>
                  <a:pt x="2488794" y="2722817"/>
                </a:lnTo>
                <a:lnTo>
                  <a:pt x="2482806" y="2733849"/>
                </a:lnTo>
                <a:lnTo>
                  <a:pt x="2467439" y="2752474"/>
                </a:lnTo>
                <a:lnTo>
                  <a:pt x="2467072" y="2752984"/>
                </a:lnTo>
                <a:lnTo>
                  <a:pt x="2466846" y="2753192"/>
                </a:lnTo>
                <a:lnTo>
                  <a:pt x="2446163" y="2778260"/>
                </a:lnTo>
                <a:cubicBezTo>
                  <a:pt x="2391859" y="2832565"/>
                  <a:pt x="2316839" y="2866152"/>
                  <a:pt x="2233973" y="2866152"/>
                </a:cubicBezTo>
                <a:lnTo>
                  <a:pt x="949066" y="2866152"/>
                </a:lnTo>
                <a:cubicBezTo>
                  <a:pt x="845484" y="2866152"/>
                  <a:pt x="754160" y="2813671"/>
                  <a:pt x="700233" y="2733849"/>
                </a:cubicBezTo>
                <a:lnTo>
                  <a:pt x="689623" y="2714300"/>
                </a:lnTo>
                <a:lnTo>
                  <a:pt x="681960" y="2703658"/>
                </a:lnTo>
                <a:lnTo>
                  <a:pt x="39506" y="1590896"/>
                </a:lnTo>
                <a:cubicBezTo>
                  <a:pt x="18789" y="1555014"/>
                  <a:pt x="6326" y="1516632"/>
                  <a:pt x="1526" y="1477948"/>
                </a:cubicBezTo>
                <a:lnTo>
                  <a:pt x="720" y="1447354"/>
                </a:lnTo>
                <a:lnTo>
                  <a:pt x="0" y="1443059"/>
                </a:lnTo>
                <a:lnTo>
                  <a:pt x="303" y="1431516"/>
                </a:lnTo>
                <a:lnTo>
                  <a:pt x="0" y="1419970"/>
                </a:lnTo>
                <a:lnTo>
                  <a:pt x="720" y="1415675"/>
                </a:lnTo>
                <a:lnTo>
                  <a:pt x="1526" y="1385081"/>
                </a:lnTo>
                <a:cubicBezTo>
                  <a:pt x="6326" y="1346398"/>
                  <a:pt x="18789" y="1308016"/>
                  <a:pt x="39506" y="1272134"/>
                </a:cubicBezTo>
                <a:lnTo>
                  <a:pt x="681960" y="159372"/>
                </a:lnTo>
                <a:lnTo>
                  <a:pt x="698045" y="137034"/>
                </a:lnTo>
                <a:lnTo>
                  <a:pt x="700612" y="132303"/>
                </a:lnTo>
                <a:lnTo>
                  <a:pt x="707202" y="124316"/>
                </a:lnTo>
                <a:lnTo>
                  <a:pt x="717478" y="110046"/>
                </a:lnTo>
                <a:lnTo>
                  <a:pt x="723796" y="104204"/>
                </a:lnTo>
                <a:lnTo>
                  <a:pt x="737255" y="87892"/>
                </a:lnTo>
                <a:cubicBezTo>
                  <a:pt x="791559" y="33588"/>
                  <a:pt x="866580" y="0"/>
                  <a:pt x="949445" y="0"/>
                </a:cubicBezTo>
                <a:close/>
              </a:path>
            </a:pathLst>
          </a:custGeom>
          <a:noFill/>
          <a:ln w="28575" cmpd="sng">
            <a:solidFill>
              <a:srgbClr val="FFFFFF">
                <a:alpha val="22000"/>
              </a:srgbClr>
            </a:solidFill>
          </a:ln>
          <a:effectLst>
            <a:outerShdw blurRad="571500" dist="342900" dir="228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955468" y="2487773"/>
            <a:ext cx="2082712" cy="1870310"/>
            <a:chOff x="4706287" y="1447803"/>
            <a:chExt cx="2828456" cy="2540001"/>
          </a:xfrm>
        </p:grpSpPr>
        <p:sp>
          <p:nvSpPr>
            <p:cNvPr id="7" name="任意多边形 6"/>
            <p:cNvSpPr/>
            <p:nvPr>
              <p:custDataLst>
                <p:tags r:id="rId2"/>
              </p:custDataLst>
            </p:nvPr>
          </p:nvSpPr>
          <p:spPr>
            <a:xfrm>
              <a:off x="4706287" y="1447803"/>
              <a:ext cx="2828456" cy="2540001"/>
            </a:xfrm>
            <a:custGeom>
              <a:avLst/>
              <a:gdLst>
                <a:gd name="connsiteX0" fmla="*/ 949445 w 3191647"/>
                <a:gd name="connsiteY0" fmla="*/ 0 h 2866152"/>
                <a:gd name="connsiteX1" fmla="*/ 2234352 w 3191647"/>
                <a:gd name="connsiteY1" fmla="*/ 0 h 2866152"/>
                <a:gd name="connsiteX2" fmla="*/ 2402131 w 3191647"/>
                <a:gd name="connsiteY2" fmla="*/ 51249 h 2866152"/>
                <a:gd name="connsiteX3" fmla="*/ 2409685 w 3191647"/>
                <a:gd name="connsiteY3" fmla="*/ 57482 h 2866152"/>
                <a:gd name="connsiteX4" fmla="*/ 2430115 w 3191647"/>
                <a:gd name="connsiteY4" fmla="*/ 70005 h 2866152"/>
                <a:gd name="connsiteX5" fmla="*/ 2508940 w 3191647"/>
                <a:gd name="connsiteY5" fmla="*/ 159371 h 2866152"/>
                <a:gd name="connsiteX6" fmla="*/ 3151394 w 3191647"/>
                <a:gd name="connsiteY6" fmla="*/ 1272133 h 2866152"/>
                <a:gd name="connsiteX7" fmla="*/ 3181372 w 3191647"/>
                <a:gd name="connsiteY7" fmla="*/ 1499841 h 2866152"/>
                <a:gd name="connsiteX8" fmla="*/ 3172981 w 3191647"/>
                <a:gd name="connsiteY8" fmla="*/ 1522315 h 2866152"/>
                <a:gd name="connsiteX9" fmla="*/ 3170003 w 3191647"/>
                <a:gd name="connsiteY9" fmla="*/ 1535472 h 2866152"/>
                <a:gd name="connsiteX10" fmla="*/ 3145044 w 3191647"/>
                <a:gd name="connsiteY10" fmla="*/ 1590895 h 2866152"/>
                <a:gd name="connsiteX11" fmla="*/ 2502590 w 3191647"/>
                <a:gd name="connsiteY11" fmla="*/ 2703657 h 2866152"/>
                <a:gd name="connsiteX12" fmla="*/ 2488794 w 3191647"/>
                <a:gd name="connsiteY12" fmla="*/ 2722817 h 2866152"/>
                <a:gd name="connsiteX13" fmla="*/ 2482806 w 3191647"/>
                <a:gd name="connsiteY13" fmla="*/ 2733849 h 2866152"/>
                <a:gd name="connsiteX14" fmla="*/ 2467439 w 3191647"/>
                <a:gd name="connsiteY14" fmla="*/ 2752474 h 2866152"/>
                <a:gd name="connsiteX15" fmla="*/ 2467072 w 3191647"/>
                <a:gd name="connsiteY15" fmla="*/ 2752984 h 2866152"/>
                <a:gd name="connsiteX16" fmla="*/ 2466846 w 3191647"/>
                <a:gd name="connsiteY16" fmla="*/ 2753192 h 2866152"/>
                <a:gd name="connsiteX17" fmla="*/ 2446163 w 3191647"/>
                <a:gd name="connsiteY17" fmla="*/ 2778260 h 2866152"/>
                <a:gd name="connsiteX18" fmla="*/ 2233973 w 3191647"/>
                <a:gd name="connsiteY18" fmla="*/ 2866152 h 2866152"/>
                <a:gd name="connsiteX19" fmla="*/ 949066 w 3191647"/>
                <a:gd name="connsiteY19" fmla="*/ 2866152 h 2866152"/>
                <a:gd name="connsiteX20" fmla="*/ 700233 w 3191647"/>
                <a:gd name="connsiteY20" fmla="*/ 2733849 h 2866152"/>
                <a:gd name="connsiteX21" fmla="*/ 689623 w 3191647"/>
                <a:gd name="connsiteY21" fmla="*/ 2714300 h 2866152"/>
                <a:gd name="connsiteX22" fmla="*/ 681960 w 3191647"/>
                <a:gd name="connsiteY22" fmla="*/ 2703658 h 2866152"/>
                <a:gd name="connsiteX23" fmla="*/ 39506 w 3191647"/>
                <a:gd name="connsiteY23" fmla="*/ 1590896 h 2866152"/>
                <a:gd name="connsiteX24" fmla="*/ 1526 w 3191647"/>
                <a:gd name="connsiteY24" fmla="*/ 1477948 h 2866152"/>
                <a:gd name="connsiteX25" fmla="*/ 720 w 3191647"/>
                <a:gd name="connsiteY25" fmla="*/ 1447354 h 2866152"/>
                <a:gd name="connsiteX26" fmla="*/ 0 w 3191647"/>
                <a:gd name="connsiteY26" fmla="*/ 1443059 h 2866152"/>
                <a:gd name="connsiteX27" fmla="*/ 303 w 3191647"/>
                <a:gd name="connsiteY27" fmla="*/ 1431516 h 2866152"/>
                <a:gd name="connsiteX28" fmla="*/ 0 w 3191647"/>
                <a:gd name="connsiteY28" fmla="*/ 1419970 h 2866152"/>
                <a:gd name="connsiteX29" fmla="*/ 720 w 3191647"/>
                <a:gd name="connsiteY29" fmla="*/ 1415675 h 2866152"/>
                <a:gd name="connsiteX30" fmla="*/ 1526 w 3191647"/>
                <a:gd name="connsiteY30" fmla="*/ 1385081 h 2866152"/>
                <a:gd name="connsiteX31" fmla="*/ 39506 w 3191647"/>
                <a:gd name="connsiteY31" fmla="*/ 1272134 h 2866152"/>
                <a:gd name="connsiteX32" fmla="*/ 681960 w 3191647"/>
                <a:gd name="connsiteY32" fmla="*/ 159372 h 2866152"/>
                <a:gd name="connsiteX33" fmla="*/ 698045 w 3191647"/>
                <a:gd name="connsiteY33" fmla="*/ 137034 h 2866152"/>
                <a:gd name="connsiteX34" fmla="*/ 700612 w 3191647"/>
                <a:gd name="connsiteY34" fmla="*/ 132303 h 2866152"/>
                <a:gd name="connsiteX35" fmla="*/ 707202 w 3191647"/>
                <a:gd name="connsiteY35" fmla="*/ 124316 h 2866152"/>
                <a:gd name="connsiteX36" fmla="*/ 717478 w 3191647"/>
                <a:gd name="connsiteY36" fmla="*/ 110046 h 2866152"/>
                <a:gd name="connsiteX37" fmla="*/ 723796 w 3191647"/>
                <a:gd name="connsiteY37" fmla="*/ 104204 h 2866152"/>
                <a:gd name="connsiteX38" fmla="*/ 737255 w 3191647"/>
                <a:gd name="connsiteY38" fmla="*/ 87892 h 2866152"/>
                <a:gd name="connsiteX39" fmla="*/ 949445 w 3191647"/>
                <a:gd name="connsiteY39" fmla="*/ 0 h 2866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191647" h="2866152">
                  <a:moveTo>
                    <a:pt x="949445" y="0"/>
                  </a:moveTo>
                  <a:lnTo>
                    <a:pt x="2234352" y="0"/>
                  </a:lnTo>
                  <a:cubicBezTo>
                    <a:pt x="2296501" y="0"/>
                    <a:pt x="2354237" y="18893"/>
                    <a:pt x="2402131" y="51249"/>
                  </a:cubicBezTo>
                  <a:lnTo>
                    <a:pt x="2409685" y="57482"/>
                  </a:lnTo>
                  <a:lnTo>
                    <a:pt x="2430115" y="70005"/>
                  </a:lnTo>
                  <a:cubicBezTo>
                    <a:pt x="2461216" y="93504"/>
                    <a:pt x="2488224" y="123489"/>
                    <a:pt x="2508940" y="159371"/>
                  </a:cubicBezTo>
                  <a:lnTo>
                    <a:pt x="3151394" y="1272133"/>
                  </a:lnTo>
                  <a:cubicBezTo>
                    <a:pt x="3192826" y="1343897"/>
                    <a:pt x="3201249" y="1425660"/>
                    <a:pt x="3181372" y="1499841"/>
                  </a:cubicBezTo>
                  <a:lnTo>
                    <a:pt x="3172981" y="1522315"/>
                  </a:lnTo>
                  <a:lnTo>
                    <a:pt x="3170003" y="1535472"/>
                  </a:lnTo>
                  <a:cubicBezTo>
                    <a:pt x="3163697" y="1554388"/>
                    <a:pt x="3155402" y="1572954"/>
                    <a:pt x="3145044" y="1590895"/>
                  </a:cubicBezTo>
                  <a:lnTo>
                    <a:pt x="2502590" y="2703657"/>
                  </a:lnTo>
                  <a:lnTo>
                    <a:pt x="2488794" y="2722817"/>
                  </a:lnTo>
                  <a:lnTo>
                    <a:pt x="2482806" y="2733849"/>
                  </a:lnTo>
                  <a:lnTo>
                    <a:pt x="2467439" y="2752474"/>
                  </a:lnTo>
                  <a:lnTo>
                    <a:pt x="2467072" y="2752984"/>
                  </a:lnTo>
                  <a:lnTo>
                    <a:pt x="2466846" y="2753192"/>
                  </a:lnTo>
                  <a:lnTo>
                    <a:pt x="2446163" y="2778260"/>
                  </a:lnTo>
                  <a:cubicBezTo>
                    <a:pt x="2391859" y="2832565"/>
                    <a:pt x="2316839" y="2866152"/>
                    <a:pt x="2233973" y="2866152"/>
                  </a:cubicBezTo>
                  <a:lnTo>
                    <a:pt x="949066" y="2866152"/>
                  </a:lnTo>
                  <a:cubicBezTo>
                    <a:pt x="845484" y="2866152"/>
                    <a:pt x="754160" y="2813671"/>
                    <a:pt x="700233" y="2733849"/>
                  </a:cubicBezTo>
                  <a:lnTo>
                    <a:pt x="689623" y="2714300"/>
                  </a:lnTo>
                  <a:lnTo>
                    <a:pt x="681960" y="2703658"/>
                  </a:lnTo>
                  <a:lnTo>
                    <a:pt x="39506" y="1590896"/>
                  </a:lnTo>
                  <a:cubicBezTo>
                    <a:pt x="18789" y="1555014"/>
                    <a:pt x="6326" y="1516632"/>
                    <a:pt x="1526" y="1477948"/>
                  </a:cubicBezTo>
                  <a:lnTo>
                    <a:pt x="720" y="1447354"/>
                  </a:lnTo>
                  <a:lnTo>
                    <a:pt x="0" y="1443059"/>
                  </a:lnTo>
                  <a:lnTo>
                    <a:pt x="303" y="1431516"/>
                  </a:lnTo>
                  <a:lnTo>
                    <a:pt x="0" y="1419970"/>
                  </a:lnTo>
                  <a:lnTo>
                    <a:pt x="720" y="1415675"/>
                  </a:lnTo>
                  <a:lnTo>
                    <a:pt x="1526" y="1385081"/>
                  </a:lnTo>
                  <a:cubicBezTo>
                    <a:pt x="6326" y="1346398"/>
                    <a:pt x="18789" y="1308016"/>
                    <a:pt x="39506" y="1272134"/>
                  </a:cubicBezTo>
                  <a:lnTo>
                    <a:pt x="681960" y="159372"/>
                  </a:lnTo>
                  <a:lnTo>
                    <a:pt x="698045" y="137034"/>
                  </a:lnTo>
                  <a:lnTo>
                    <a:pt x="700612" y="132303"/>
                  </a:lnTo>
                  <a:lnTo>
                    <a:pt x="707202" y="124316"/>
                  </a:lnTo>
                  <a:lnTo>
                    <a:pt x="717478" y="110046"/>
                  </a:lnTo>
                  <a:lnTo>
                    <a:pt x="723796" y="104204"/>
                  </a:lnTo>
                  <a:lnTo>
                    <a:pt x="737255" y="87892"/>
                  </a:lnTo>
                  <a:cubicBezTo>
                    <a:pt x="791559" y="33588"/>
                    <a:pt x="866580" y="0"/>
                    <a:pt x="949445" y="0"/>
                  </a:cubicBezTo>
                  <a:close/>
                </a:path>
              </a:pathLst>
            </a:custGeom>
            <a:gradFill>
              <a:gsLst>
                <a:gs pos="0">
                  <a:srgbClr val="E5E5E5"/>
                </a:gs>
                <a:gs pos="100000">
                  <a:srgbClr val="FEFEFE"/>
                </a:gs>
              </a:gsLst>
              <a:lin ang="5400000" scaled="1"/>
            </a:gradFill>
            <a:ln w="254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E0E0E0"/>
                  </a:gs>
                </a:gsLst>
                <a:lin ang="5400000" scaled="1"/>
              </a:gradFill>
            </a:ln>
            <a:effectLst>
              <a:outerShdw blurRad="571500" dist="342900" dir="228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>
              <p:custDataLst>
                <p:tags r:id="rId3"/>
              </p:custDataLst>
            </p:nvPr>
          </p:nvSpPr>
          <p:spPr>
            <a:xfrm>
              <a:off x="5518942" y="1970221"/>
              <a:ext cx="1046918" cy="1503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600" dirty="0">
                  <a:solidFill>
                    <a:schemeClr val="accent1"/>
                  </a:solidFill>
                  <a:latin typeface="Agency FB" panose="020B0503020202020204" pitchFamily="34" charset="0"/>
                </a:rPr>
                <a:t>01</a:t>
              </a:r>
              <a:endParaRPr lang="en-US" altLang="zh-CN" sz="6600" dirty="0">
                <a:solidFill>
                  <a:schemeClr val="accent1"/>
                </a:solidFill>
                <a:latin typeface="Agency FB" panose="020B0503020202020204" pitchFamily="34" charset="0"/>
              </a:endParaRPr>
            </a:p>
          </p:txBody>
        </p:sp>
      </p:grpSp>
    </p:spTree>
  </p:cSld>
  <p:clrMapOvr>
    <a:masterClrMapping/>
  </p:clrMapOvr>
  <p:transition spd="med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28040" y="76454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 sz="1800" spc="3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med"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文本框 20"/>
          <p:cNvSpPr txBox="1"/>
          <p:nvPr/>
        </p:nvSpPr>
        <p:spPr>
          <a:xfrm>
            <a:off x="4355466" y="2996623"/>
            <a:ext cx="309880" cy="645160"/>
          </a:xfrm>
          <a:prstGeom prst="rect">
            <a:avLst/>
          </a:prstGeom>
          <a:noFill/>
          <a:effectLst>
            <a:outerShdw blurRad="63500" dist="38100" dir="5400000" algn="t" rotWithShape="0">
              <a:prstClr val="black">
                <a:alpha val="27000"/>
              </a:prstClr>
            </a:outerShdw>
          </a:effectLst>
        </p:spPr>
        <p:txBody>
          <a:bodyPr wrap="none" rtlCol="0">
            <a:spAutoFit/>
          </a:bodyPr>
          <a:lstStyle/>
          <a:p>
            <a:endParaRPr lang="zh-CN" altLang="en-US" sz="3600" b="1" spc="3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3613785" y="2191385"/>
            <a:ext cx="0" cy="2468880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>
            <a:off x="116973" y="2185850"/>
            <a:ext cx="2755132" cy="2474156"/>
          </a:xfrm>
          <a:custGeom>
            <a:avLst/>
            <a:gdLst>
              <a:gd name="connsiteX0" fmla="*/ 949445 w 3191647"/>
              <a:gd name="connsiteY0" fmla="*/ 0 h 2866152"/>
              <a:gd name="connsiteX1" fmla="*/ 2234352 w 3191647"/>
              <a:gd name="connsiteY1" fmla="*/ 0 h 2866152"/>
              <a:gd name="connsiteX2" fmla="*/ 2402131 w 3191647"/>
              <a:gd name="connsiteY2" fmla="*/ 51249 h 2866152"/>
              <a:gd name="connsiteX3" fmla="*/ 2409685 w 3191647"/>
              <a:gd name="connsiteY3" fmla="*/ 57482 h 2866152"/>
              <a:gd name="connsiteX4" fmla="*/ 2430115 w 3191647"/>
              <a:gd name="connsiteY4" fmla="*/ 70005 h 2866152"/>
              <a:gd name="connsiteX5" fmla="*/ 2508940 w 3191647"/>
              <a:gd name="connsiteY5" fmla="*/ 159371 h 2866152"/>
              <a:gd name="connsiteX6" fmla="*/ 3151394 w 3191647"/>
              <a:gd name="connsiteY6" fmla="*/ 1272133 h 2866152"/>
              <a:gd name="connsiteX7" fmla="*/ 3181372 w 3191647"/>
              <a:gd name="connsiteY7" fmla="*/ 1499841 h 2866152"/>
              <a:gd name="connsiteX8" fmla="*/ 3172981 w 3191647"/>
              <a:gd name="connsiteY8" fmla="*/ 1522315 h 2866152"/>
              <a:gd name="connsiteX9" fmla="*/ 3170003 w 3191647"/>
              <a:gd name="connsiteY9" fmla="*/ 1535472 h 2866152"/>
              <a:gd name="connsiteX10" fmla="*/ 3145044 w 3191647"/>
              <a:gd name="connsiteY10" fmla="*/ 1590895 h 2866152"/>
              <a:gd name="connsiteX11" fmla="*/ 2502590 w 3191647"/>
              <a:gd name="connsiteY11" fmla="*/ 2703657 h 2866152"/>
              <a:gd name="connsiteX12" fmla="*/ 2488794 w 3191647"/>
              <a:gd name="connsiteY12" fmla="*/ 2722817 h 2866152"/>
              <a:gd name="connsiteX13" fmla="*/ 2482806 w 3191647"/>
              <a:gd name="connsiteY13" fmla="*/ 2733849 h 2866152"/>
              <a:gd name="connsiteX14" fmla="*/ 2467439 w 3191647"/>
              <a:gd name="connsiteY14" fmla="*/ 2752474 h 2866152"/>
              <a:gd name="connsiteX15" fmla="*/ 2467072 w 3191647"/>
              <a:gd name="connsiteY15" fmla="*/ 2752984 h 2866152"/>
              <a:gd name="connsiteX16" fmla="*/ 2466846 w 3191647"/>
              <a:gd name="connsiteY16" fmla="*/ 2753192 h 2866152"/>
              <a:gd name="connsiteX17" fmla="*/ 2446163 w 3191647"/>
              <a:gd name="connsiteY17" fmla="*/ 2778260 h 2866152"/>
              <a:gd name="connsiteX18" fmla="*/ 2233973 w 3191647"/>
              <a:gd name="connsiteY18" fmla="*/ 2866152 h 2866152"/>
              <a:gd name="connsiteX19" fmla="*/ 949066 w 3191647"/>
              <a:gd name="connsiteY19" fmla="*/ 2866152 h 2866152"/>
              <a:gd name="connsiteX20" fmla="*/ 700233 w 3191647"/>
              <a:gd name="connsiteY20" fmla="*/ 2733849 h 2866152"/>
              <a:gd name="connsiteX21" fmla="*/ 689623 w 3191647"/>
              <a:gd name="connsiteY21" fmla="*/ 2714300 h 2866152"/>
              <a:gd name="connsiteX22" fmla="*/ 681960 w 3191647"/>
              <a:gd name="connsiteY22" fmla="*/ 2703658 h 2866152"/>
              <a:gd name="connsiteX23" fmla="*/ 39506 w 3191647"/>
              <a:gd name="connsiteY23" fmla="*/ 1590896 h 2866152"/>
              <a:gd name="connsiteX24" fmla="*/ 1526 w 3191647"/>
              <a:gd name="connsiteY24" fmla="*/ 1477948 h 2866152"/>
              <a:gd name="connsiteX25" fmla="*/ 720 w 3191647"/>
              <a:gd name="connsiteY25" fmla="*/ 1447354 h 2866152"/>
              <a:gd name="connsiteX26" fmla="*/ 0 w 3191647"/>
              <a:gd name="connsiteY26" fmla="*/ 1443059 h 2866152"/>
              <a:gd name="connsiteX27" fmla="*/ 303 w 3191647"/>
              <a:gd name="connsiteY27" fmla="*/ 1431516 h 2866152"/>
              <a:gd name="connsiteX28" fmla="*/ 0 w 3191647"/>
              <a:gd name="connsiteY28" fmla="*/ 1419970 h 2866152"/>
              <a:gd name="connsiteX29" fmla="*/ 720 w 3191647"/>
              <a:gd name="connsiteY29" fmla="*/ 1415675 h 2866152"/>
              <a:gd name="connsiteX30" fmla="*/ 1526 w 3191647"/>
              <a:gd name="connsiteY30" fmla="*/ 1385081 h 2866152"/>
              <a:gd name="connsiteX31" fmla="*/ 39506 w 3191647"/>
              <a:gd name="connsiteY31" fmla="*/ 1272134 h 2866152"/>
              <a:gd name="connsiteX32" fmla="*/ 681960 w 3191647"/>
              <a:gd name="connsiteY32" fmla="*/ 159372 h 2866152"/>
              <a:gd name="connsiteX33" fmla="*/ 698045 w 3191647"/>
              <a:gd name="connsiteY33" fmla="*/ 137034 h 2866152"/>
              <a:gd name="connsiteX34" fmla="*/ 700612 w 3191647"/>
              <a:gd name="connsiteY34" fmla="*/ 132303 h 2866152"/>
              <a:gd name="connsiteX35" fmla="*/ 707202 w 3191647"/>
              <a:gd name="connsiteY35" fmla="*/ 124316 h 2866152"/>
              <a:gd name="connsiteX36" fmla="*/ 717478 w 3191647"/>
              <a:gd name="connsiteY36" fmla="*/ 110046 h 2866152"/>
              <a:gd name="connsiteX37" fmla="*/ 723796 w 3191647"/>
              <a:gd name="connsiteY37" fmla="*/ 104204 h 2866152"/>
              <a:gd name="connsiteX38" fmla="*/ 737255 w 3191647"/>
              <a:gd name="connsiteY38" fmla="*/ 87892 h 2866152"/>
              <a:gd name="connsiteX39" fmla="*/ 949445 w 3191647"/>
              <a:gd name="connsiteY39" fmla="*/ 0 h 2866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3191647" h="2866152">
                <a:moveTo>
                  <a:pt x="949445" y="0"/>
                </a:moveTo>
                <a:lnTo>
                  <a:pt x="2234352" y="0"/>
                </a:lnTo>
                <a:cubicBezTo>
                  <a:pt x="2296501" y="0"/>
                  <a:pt x="2354237" y="18893"/>
                  <a:pt x="2402131" y="51249"/>
                </a:cubicBezTo>
                <a:lnTo>
                  <a:pt x="2409685" y="57482"/>
                </a:lnTo>
                <a:lnTo>
                  <a:pt x="2430115" y="70005"/>
                </a:lnTo>
                <a:cubicBezTo>
                  <a:pt x="2461216" y="93504"/>
                  <a:pt x="2488224" y="123489"/>
                  <a:pt x="2508940" y="159371"/>
                </a:cubicBezTo>
                <a:lnTo>
                  <a:pt x="3151394" y="1272133"/>
                </a:lnTo>
                <a:cubicBezTo>
                  <a:pt x="3192826" y="1343897"/>
                  <a:pt x="3201249" y="1425660"/>
                  <a:pt x="3181372" y="1499841"/>
                </a:cubicBezTo>
                <a:lnTo>
                  <a:pt x="3172981" y="1522315"/>
                </a:lnTo>
                <a:lnTo>
                  <a:pt x="3170003" y="1535472"/>
                </a:lnTo>
                <a:cubicBezTo>
                  <a:pt x="3163697" y="1554388"/>
                  <a:pt x="3155402" y="1572954"/>
                  <a:pt x="3145044" y="1590895"/>
                </a:cubicBezTo>
                <a:lnTo>
                  <a:pt x="2502590" y="2703657"/>
                </a:lnTo>
                <a:lnTo>
                  <a:pt x="2488794" y="2722817"/>
                </a:lnTo>
                <a:lnTo>
                  <a:pt x="2482806" y="2733849"/>
                </a:lnTo>
                <a:lnTo>
                  <a:pt x="2467439" y="2752474"/>
                </a:lnTo>
                <a:lnTo>
                  <a:pt x="2467072" y="2752984"/>
                </a:lnTo>
                <a:lnTo>
                  <a:pt x="2466846" y="2753192"/>
                </a:lnTo>
                <a:lnTo>
                  <a:pt x="2446163" y="2778260"/>
                </a:lnTo>
                <a:cubicBezTo>
                  <a:pt x="2391859" y="2832565"/>
                  <a:pt x="2316839" y="2866152"/>
                  <a:pt x="2233973" y="2866152"/>
                </a:cubicBezTo>
                <a:lnTo>
                  <a:pt x="949066" y="2866152"/>
                </a:lnTo>
                <a:cubicBezTo>
                  <a:pt x="845484" y="2866152"/>
                  <a:pt x="754160" y="2813671"/>
                  <a:pt x="700233" y="2733849"/>
                </a:cubicBezTo>
                <a:lnTo>
                  <a:pt x="689623" y="2714300"/>
                </a:lnTo>
                <a:lnTo>
                  <a:pt x="681960" y="2703658"/>
                </a:lnTo>
                <a:lnTo>
                  <a:pt x="39506" y="1590896"/>
                </a:lnTo>
                <a:cubicBezTo>
                  <a:pt x="18789" y="1555014"/>
                  <a:pt x="6326" y="1516632"/>
                  <a:pt x="1526" y="1477948"/>
                </a:cubicBezTo>
                <a:lnTo>
                  <a:pt x="720" y="1447354"/>
                </a:lnTo>
                <a:lnTo>
                  <a:pt x="0" y="1443059"/>
                </a:lnTo>
                <a:lnTo>
                  <a:pt x="303" y="1431516"/>
                </a:lnTo>
                <a:lnTo>
                  <a:pt x="0" y="1419970"/>
                </a:lnTo>
                <a:lnTo>
                  <a:pt x="720" y="1415675"/>
                </a:lnTo>
                <a:lnTo>
                  <a:pt x="1526" y="1385081"/>
                </a:lnTo>
                <a:cubicBezTo>
                  <a:pt x="6326" y="1346398"/>
                  <a:pt x="18789" y="1308016"/>
                  <a:pt x="39506" y="1272134"/>
                </a:cubicBezTo>
                <a:lnTo>
                  <a:pt x="681960" y="159372"/>
                </a:lnTo>
                <a:lnTo>
                  <a:pt x="698045" y="137034"/>
                </a:lnTo>
                <a:lnTo>
                  <a:pt x="700612" y="132303"/>
                </a:lnTo>
                <a:lnTo>
                  <a:pt x="707202" y="124316"/>
                </a:lnTo>
                <a:lnTo>
                  <a:pt x="717478" y="110046"/>
                </a:lnTo>
                <a:lnTo>
                  <a:pt x="723796" y="104204"/>
                </a:lnTo>
                <a:lnTo>
                  <a:pt x="737255" y="87892"/>
                </a:lnTo>
                <a:cubicBezTo>
                  <a:pt x="791559" y="33588"/>
                  <a:pt x="866580" y="0"/>
                  <a:pt x="949445" y="0"/>
                </a:cubicBezTo>
                <a:close/>
              </a:path>
            </a:pathLst>
          </a:custGeom>
          <a:noFill/>
          <a:ln w="28575" cmpd="sng">
            <a:solidFill>
              <a:srgbClr val="FFFFFF">
                <a:alpha val="22000"/>
              </a:srgbClr>
            </a:solidFill>
          </a:ln>
          <a:effectLst>
            <a:outerShdw blurRad="571500" dist="342900" dir="228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grpSp>
        <p:nvGrpSpPr>
          <p:cNvPr id="6" name="组合 5"/>
          <p:cNvGrpSpPr/>
          <p:nvPr/>
        </p:nvGrpSpPr>
        <p:grpSpPr>
          <a:xfrm>
            <a:off x="955468" y="2487773"/>
            <a:ext cx="2082712" cy="1870310"/>
            <a:chOff x="4706287" y="1447803"/>
            <a:chExt cx="2828456" cy="2540001"/>
          </a:xfrm>
        </p:grpSpPr>
        <p:sp>
          <p:nvSpPr>
            <p:cNvPr id="7" name="任意多边形 6"/>
            <p:cNvSpPr/>
            <p:nvPr>
              <p:custDataLst>
                <p:tags r:id="rId2"/>
              </p:custDataLst>
            </p:nvPr>
          </p:nvSpPr>
          <p:spPr>
            <a:xfrm>
              <a:off x="4706287" y="1447803"/>
              <a:ext cx="2828456" cy="2540001"/>
            </a:xfrm>
            <a:custGeom>
              <a:avLst/>
              <a:gdLst>
                <a:gd name="connsiteX0" fmla="*/ 949445 w 3191647"/>
                <a:gd name="connsiteY0" fmla="*/ 0 h 2866152"/>
                <a:gd name="connsiteX1" fmla="*/ 2234352 w 3191647"/>
                <a:gd name="connsiteY1" fmla="*/ 0 h 2866152"/>
                <a:gd name="connsiteX2" fmla="*/ 2402131 w 3191647"/>
                <a:gd name="connsiteY2" fmla="*/ 51249 h 2866152"/>
                <a:gd name="connsiteX3" fmla="*/ 2409685 w 3191647"/>
                <a:gd name="connsiteY3" fmla="*/ 57482 h 2866152"/>
                <a:gd name="connsiteX4" fmla="*/ 2430115 w 3191647"/>
                <a:gd name="connsiteY4" fmla="*/ 70005 h 2866152"/>
                <a:gd name="connsiteX5" fmla="*/ 2508940 w 3191647"/>
                <a:gd name="connsiteY5" fmla="*/ 159371 h 2866152"/>
                <a:gd name="connsiteX6" fmla="*/ 3151394 w 3191647"/>
                <a:gd name="connsiteY6" fmla="*/ 1272133 h 2866152"/>
                <a:gd name="connsiteX7" fmla="*/ 3181372 w 3191647"/>
                <a:gd name="connsiteY7" fmla="*/ 1499841 h 2866152"/>
                <a:gd name="connsiteX8" fmla="*/ 3172981 w 3191647"/>
                <a:gd name="connsiteY8" fmla="*/ 1522315 h 2866152"/>
                <a:gd name="connsiteX9" fmla="*/ 3170003 w 3191647"/>
                <a:gd name="connsiteY9" fmla="*/ 1535472 h 2866152"/>
                <a:gd name="connsiteX10" fmla="*/ 3145044 w 3191647"/>
                <a:gd name="connsiteY10" fmla="*/ 1590895 h 2866152"/>
                <a:gd name="connsiteX11" fmla="*/ 2502590 w 3191647"/>
                <a:gd name="connsiteY11" fmla="*/ 2703657 h 2866152"/>
                <a:gd name="connsiteX12" fmla="*/ 2488794 w 3191647"/>
                <a:gd name="connsiteY12" fmla="*/ 2722817 h 2866152"/>
                <a:gd name="connsiteX13" fmla="*/ 2482806 w 3191647"/>
                <a:gd name="connsiteY13" fmla="*/ 2733849 h 2866152"/>
                <a:gd name="connsiteX14" fmla="*/ 2467439 w 3191647"/>
                <a:gd name="connsiteY14" fmla="*/ 2752474 h 2866152"/>
                <a:gd name="connsiteX15" fmla="*/ 2467072 w 3191647"/>
                <a:gd name="connsiteY15" fmla="*/ 2752984 h 2866152"/>
                <a:gd name="connsiteX16" fmla="*/ 2466846 w 3191647"/>
                <a:gd name="connsiteY16" fmla="*/ 2753192 h 2866152"/>
                <a:gd name="connsiteX17" fmla="*/ 2446163 w 3191647"/>
                <a:gd name="connsiteY17" fmla="*/ 2778260 h 2866152"/>
                <a:gd name="connsiteX18" fmla="*/ 2233973 w 3191647"/>
                <a:gd name="connsiteY18" fmla="*/ 2866152 h 2866152"/>
                <a:gd name="connsiteX19" fmla="*/ 949066 w 3191647"/>
                <a:gd name="connsiteY19" fmla="*/ 2866152 h 2866152"/>
                <a:gd name="connsiteX20" fmla="*/ 700233 w 3191647"/>
                <a:gd name="connsiteY20" fmla="*/ 2733849 h 2866152"/>
                <a:gd name="connsiteX21" fmla="*/ 689623 w 3191647"/>
                <a:gd name="connsiteY21" fmla="*/ 2714300 h 2866152"/>
                <a:gd name="connsiteX22" fmla="*/ 681960 w 3191647"/>
                <a:gd name="connsiteY22" fmla="*/ 2703658 h 2866152"/>
                <a:gd name="connsiteX23" fmla="*/ 39506 w 3191647"/>
                <a:gd name="connsiteY23" fmla="*/ 1590896 h 2866152"/>
                <a:gd name="connsiteX24" fmla="*/ 1526 w 3191647"/>
                <a:gd name="connsiteY24" fmla="*/ 1477948 h 2866152"/>
                <a:gd name="connsiteX25" fmla="*/ 720 w 3191647"/>
                <a:gd name="connsiteY25" fmla="*/ 1447354 h 2866152"/>
                <a:gd name="connsiteX26" fmla="*/ 0 w 3191647"/>
                <a:gd name="connsiteY26" fmla="*/ 1443059 h 2866152"/>
                <a:gd name="connsiteX27" fmla="*/ 303 w 3191647"/>
                <a:gd name="connsiteY27" fmla="*/ 1431516 h 2866152"/>
                <a:gd name="connsiteX28" fmla="*/ 0 w 3191647"/>
                <a:gd name="connsiteY28" fmla="*/ 1419970 h 2866152"/>
                <a:gd name="connsiteX29" fmla="*/ 720 w 3191647"/>
                <a:gd name="connsiteY29" fmla="*/ 1415675 h 2866152"/>
                <a:gd name="connsiteX30" fmla="*/ 1526 w 3191647"/>
                <a:gd name="connsiteY30" fmla="*/ 1385081 h 2866152"/>
                <a:gd name="connsiteX31" fmla="*/ 39506 w 3191647"/>
                <a:gd name="connsiteY31" fmla="*/ 1272134 h 2866152"/>
                <a:gd name="connsiteX32" fmla="*/ 681960 w 3191647"/>
                <a:gd name="connsiteY32" fmla="*/ 159372 h 2866152"/>
                <a:gd name="connsiteX33" fmla="*/ 698045 w 3191647"/>
                <a:gd name="connsiteY33" fmla="*/ 137034 h 2866152"/>
                <a:gd name="connsiteX34" fmla="*/ 700612 w 3191647"/>
                <a:gd name="connsiteY34" fmla="*/ 132303 h 2866152"/>
                <a:gd name="connsiteX35" fmla="*/ 707202 w 3191647"/>
                <a:gd name="connsiteY35" fmla="*/ 124316 h 2866152"/>
                <a:gd name="connsiteX36" fmla="*/ 717478 w 3191647"/>
                <a:gd name="connsiteY36" fmla="*/ 110046 h 2866152"/>
                <a:gd name="connsiteX37" fmla="*/ 723796 w 3191647"/>
                <a:gd name="connsiteY37" fmla="*/ 104204 h 2866152"/>
                <a:gd name="connsiteX38" fmla="*/ 737255 w 3191647"/>
                <a:gd name="connsiteY38" fmla="*/ 87892 h 2866152"/>
                <a:gd name="connsiteX39" fmla="*/ 949445 w 3191647"/>
                <a:gd name="connsiteY39" fmla="*/ 0 h 2866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191647" h="2866152">
                  <a:moveTo>
                    <a:pt x="949445" y="0"/>
                  </a:moveTo>
                  <a:lnTo>
                    <a:pt x="2234352" y="0"/>
                  </a:lnTo>
                  <a:cubicBezTo>
                    <a:pt x="2296501" y="0"/>
                    <a:pt x="2354237" y="18893"/>
                    <a:pt x="2402131" y="51249"/>
                  </a:cubicBezTo>
                  <a:lnTo>
                    <a:pt x="2409685" y="57482"/>
                  </a:lnTo>
                  <a:lnTo>
                    <a:pt x="2430115" y="70005"/>
                  </a:lnTo>
                  <a:cubicBezTo>
                    <a:pt x="2461216" y="93504"/>
                    <a:pt x="2488224" y="123489"/>
                    <a:pt x="2508940" y="159371"/>
                  </a:cubicBezTo>
                  <a:lnTo>
                    <a:pt x="3151394" y="1272133"/>
                  </a:lnTo>
                  <a:cubicBezTo>
                    <a:pt x="3192826" y="1343897"/>
                    <a:pt x="3201249" y="1425660"/>
                    <a:pt x="3181372" y="1499841"/>
                  </a:cubicBezTo>
                  <a:lnTo>
                    <a:pt x="3172981" y="1522315"/>
                  </a:lnTo>
                  <a:lnTo>
                    <a:pt x="3170003" y="1535472"/>
                  </a:lnTo>
                  <a:cubicBezTo>
                    <a:pt x="3163697" y="1554388"/>
                    <a:pt x="3155402" y="1572954"/>
                    <a:pt x="3145044" y="1590895"/>
                  </a:cubicBezTo>
                  <a:lnTo>
                    <a:pt x="2502590" y="2703657"/>
                  </a:lnTo>
                  <a:lnTo>
                    <a:pt x="2488794" y="2722817"/>
                  </a:lnTo>
                  <a:lnTo>
                    <a:pt x="2482806" y="2733849"/>
                  </a:lnTo>
                  <a:lnTo>
                    <a:pt x="2467439" y="2752474"/>
                  </a:lnTo>
                  <a:lnTo>
                    <a:pt x="2467072" y="2752984"/>
                  </a:lnTo>
                  <a:lnTo>
                    <a:pt x="2466846" y="2753192"/>
                  </a:lnTo>
                  <a:lnTo>
                    <a:pt x="2446163" y="2778260"/>
                  </a:lnTo>
                  <a:cubicBezTo>
                    <a:pt x="2391859" y="2832565"/>
                    <a:pt x="2316839" y="2866152"/>
                    <a:pt x="2233973" y="2866152"/>
                  </a:cubicBezTo>
                  <a:lnTo>
                    <a:pt x="949066" y="2866152"/>
                  </a:lnTo>
                  <a:cubicBezTo>
                    <a:pt x="845484" y="2866152"/>
                    <a:pt x="754160" y="2813671"/>
                    <a:pt x="700233" y="2733849"/>
                  </a:cubicBezTo>
                  <a:lnTo>
                    <a:pt x="689623" y="2714300"/>
                  </a:lnTo>
                  <a:lnTo>
                    <a:pt x="681960" y="2703658"/>
                  </a:lnTo>
                  <a:lnTo>
                    <a:pt x="39506" y="1590896"/>
                  </a:lnTo>
                  <a:cubicBezTo>
                    <a:pt x="18789" y="1555014"/>
                    <a:pt x="6326" y="1516632"/>
                    <a:pt x="1526" y="1477948"/>
                  </a:cubicBezTo>
                  <a:lnTo>
                    <a:pt x="720" y="1447354"/>
                  </a:lnTo>
                  <a:lnTo>
                    <a:pt x="0" y="1443059"/>
                  </a:lnTo>
                  <a:lnTo>
                    <a:pt x="303" y="1431516"/>
                  </a:lnTo>
                  <a:lnTo>
                    <a:pt x="0" y="1419970"/>
                  </a:lnTo>
                  <a:lnTo>
                    <a:pt x="720" y="1415675"/>
                  </a:lnTo>
                  <a:lnTo>
                    <a:pt x="1526" y="1385081"/>
                  </a:lnTo>
                  <a:cubicBezTo>
                    <a:pt x="6326" y="1346398"/>
                    <a:pt x="18789" y="1308016"/>
                    <a:pt x="39506" y="1272134"/>
                  </a:cubicBezTo>
                  <a:lnTo>
                    <a:pt x="681960" y="159372"/>
                  </a:lnTo>
                  <a:lnTo>
                    <a:pt x="698045" y="137034"/>
                  </a:lnTo>
                  <a:lnTo>
                    <a:pt x="700612" y="132303"/>
                  </a:lnTo>
                  <a:lnTo>
                    <a:pt x="707202" y="124316"/>
                  </a:lnTo>
                  <a:lnTo>
                    <a:pt x="717478" y="110046"/>
                  </a:lnTo>
                  <a:lnTo>
                    <a:pt x="723796" y="104204"/>
                  </a:lnTo>
                  <a:lnTo>
                    <a:pt x="737255" y="87892"/>
                  </a:lnTo>
                  <a:cubicBezTo>
                    <a:pt x="791559" y="33588"/>
                    <a:pt x="866580" y="0"/>
                    <a:pt x="949445" y="0"/>
                  </a:cubicBezTo>
                  <a:close/>
                </a:path>
              </a:pathLst>
            </a:custGeom>
            <a:gradFill>
              <a:gsLst>
                <a:gs pos="0">
                  <a:srgbClr val="E5E5E5"/>
                </a:gs>
                <a:gs pos="100000">
                  <a:srgbClr val="FEFEFE"/>
                </a:gs>
              </a:gsLst>
              <a:lin ang="5400000" scaled="1"/>
            </a:gradFill>
            <a:ln w="254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E0E0E0"/>
                  </a:gs>
                </a:gsLst>
                <a:lin ang="5400000" scaled="1"/>
              </a:gradFill>
            </a:ln>
            <a:effectLst>
              <a:outerShdw blurRad="571500" dist="342900" dir="228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8" name="文本框 7"/>
            <p:cNvSpPr txBox="1"/>
            <p:nvPr>
              <p:custDataLst>
                <p:tags r:id="rId3"/>
              </p:custDataLst>
            </p:nvPr>
          </p:nvSpPr>
          <p:spPr>
            <a:xfrm>
              <a:off x="5518942" y="1970221"/>
              <a:ext cx="1281483" cy="1503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600" dirty="0">
                  <a:solidFill>
                    <a:schemeClr val="accent1"/>
                  </a:solidFill>
                  <a:latin typeface="Agency FB" panose="020B0503020202020204" pitchFamily="34" charset="0"/>
                </a:rPr>
                <a:t>02</a:t>
              </a:r>
              <a:endParaRPr lang="en-US" altLang="zh-CN" sz="6600" dirty="0">
                <a:solidFill>
                  <a:schemeClr val="accent1"/>
                </a:solidFill>
                <a:latin typeface="Agency FB" panose="020B0503020202020204" pitchFamily="34" charset="0"/>
              </a:endParaRPr>
            </a:p>
          </p:txBody>
        </p:sp>
      </p:grpSp>
    </p:spTree>
  </p:cSld>
  <p:clrMapOvr>
    <a:masterClrMapping/>
  </p:clrMapOvr>
  <p:transition spd="med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 bwMode="auto">
          <a:xfrm>
            <a:off x="971550" y="764540"/>
            <a:ext cx="7581265" cy="5701665"/>
          </a:xfrm>
          <a:prstGeom prst="rect">
            <a:avLst/>
          </a:prstGeom>
          <a:noFill/>
          <a:ln>
            <a:noFill/>
          </a:ln>
        </p:spPr>
        <p:txBody>
          <a:bodyPr wrap="square" lIns="90170" tIns="46990" rIns="90170" bIns="0" rtlCol="0" anchor="b" anchorCtr="0"/>
          <a:lstStyle/>
          <a:p>
            <a:pPr lvl="0" algn="l">
              <a:buClrTx/>
              <a:buSzTx/>
              <a:buFont typeface="Wingdings" panose="05000000000000000000" charset="0"/>
            </a:pPr>
            <a:r>
              <a:rPr lang="en-US" altLang="zh-CN" sz="1600" b="0" spc="100">
                <a:solidFill>
                  <a:schemeClr val="accent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思源黑体 CN Normal" panose="020B0400000000000000" pitchFamily="34" charset="-122"/>
              </a:rPr>
              <a:t> </a:t>
            </a:r>
            <a:endParaRPr lang="zh-CN" altLang="en-US" sz="1600" b="0" spc="100">
              <a:solidFill>
                <a:schemeClr val="accent1"/>
              </a:solidFill>
              <a:uFillTx/>
              <a:latin typeface="宋体" panose="02010600030101010101" pitchFamily="2" charset="-122"/>
              <a:cs typeface="宋体" panose="02010600030101010101" pitchFamily="2" charset="-122"/>
              <a:sym typeface="思源黑体 CN Normal" panose="020B0400000000000000" pitchFamily="34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直接连接符 3"/>
          <p:cNvCxnSpPr/>
          <p:nvPr/>
        </p:nvCxnSpPr>
        <p:spPr>
          <a:xfrm>
            <a:off x="3613785" y="2191385"/>
            <a:ext cx="0" cy="2468880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>
            <a:off x="116973" y="2185850"/>
            <a:ext cx="2755132" cy="2474156"/>
          </a:xfrm>
          <a:custGeom>
            <a:avLst/>
            <a:gdLst>
              <a:gd name="connsiteX0" fmla="*/ 949445 w 3191647"/>
              <a:gd name="connsiteY0" fmla="*/ 0 h 2866152"/>
              <a:gd name="connsiteX1" fmla="*/ 2234352 w 3191647"/>
              <a:gd name="connsiteY1" fmla="*/ 0 h 2866152"/>
              <a:gd name="connsiteX2" fmla="*/ 2402131 w 3191647"/>
              <a:gd name="connsiteY2" fmla="*/ 51249 h 2866152"/>
              <a:gd name="connsiteX3" fmla="*/ 2409685 w 3191647"/>
              <a:gd name="connsiteY3" fmla="*/ 57482 h 2866152"/>
              <a:gd name="connsiteX4" fmla="*/ 2430115 w 3191647"/>
              <a:gd name="connsiteY4" fmla="*/ 70005 h 2866152"/>
              <a:gd name="connsiteX5" fmla="*/ 2508940 w 3191647"/>
              <a:gd name="connsiteY5" fmla="*/ 159371 h 2866152"/>
              <a:gd name="connsiteX6" fmla="*/ 3151394 w 3191647"/>
              <a:gd name="connsiteY6" fmla="*/ 1272133 h 2866152"/>
              <a:gd name="connsiteX7" fmla="*/ 3181372 w 3191647"/>
              <a:gd name="connsiteY7" fmla="*/ 1499841 h 2866152"/>
              <a:gd name="connsiteX8" fmla="*/ 3172981 w 3191647"/>
              <a:gd name="connsiteY8" fmla="*/ 1522315 h 2866152"/>
              <a:gd name="connsiteX9" fmla="*/ 3170003 w 3191647"/>
              <a:gd name="connsiteY9" fmla="*/ 1535472 h 2866152"/>
              <a:gd name="connsiteX10" fmla="*/ 3145044 w 3191647"/>
              <a:gd name="connsiteY10" fmla="*/ 1590895 h 2866152"/>
              <a:gd name="connsiteX11" fmla="*/ 2502590 w 3191647"/>
              <a:gd name="connsiteY11" fmla="*/ 2703657 h 2866152"/>
              <a:gd name="connsiteX12" fmla="*/ 2488794 w 3191647"/>
              <a:gd name="connsiteY12" fmla="*/ 2722817 h 2866152"/>
              <a:gd name="connsiteX13" fmla="*/ 2482806 w 3191647"/>
              <a:gd name="connsiteY13" fmla="*/ 2733849 h 2866152"/>
              <a:gd name="connsiteX14" fmla="*/ 2467439 w 3191647"/>
              <a:gd name="connsiteY14" fmla="*/ 2752474 h 2866152"/>
              <a:gd name="connsiteX15" fmla="*/ 2467072 w 3191647"/>
              <a:gd name="connsiteY15" fmla="*/ 2752984 h 2866152"/>
              <a:gd name="connsiteX16" fmla="*/ 2466846 w 3191647"/>
              <a:gd name="connsiteY16" fmla="*/ 2753192 h 2866152"/>
              <a:gd name="connsiteX17" fmla="*/ 2446163 w 3191647"/>
              <a:gd name="connsiteY17" fmla="*/ 2778260 h 2866152"/>
              <a:gd name="connsiteX18" fmla="*/ 2233973 w 3191647"/>
              <a:gd name="connsiteY18" fmla="*/ 2866152 h 2866152"/>
              <a:gd name="connsiteX19" fmla="*/ 949066 w 3191647"/>
              <a:gd name="connsiteY19" fmla="*/ 2866152 h 2866152"/>
              <a:gd name="connsiteX20" fmla="*/ 700233 w 3191647"/>
              <a:gd name="connsiteY20" fmla="*/ 2733849 h 2866152"/>
              <a:gd name="connsiteX21" fmla="*/ 689623 w 3191647"/>
              <a:gd name="connsiteY21" fmla="*/ 2714300 h 2866152"/>
              <a:gd name="connsiteX22" fmla="*/ 681960 w 3191647"/>
              <a:gd name="connsiteY22" fmla="*/ 2703658 h 2866152"/>
              <a:gd name="connsiteX23" fmla="*/ 39506 w 3191647"/>
              <a:gd name="connsiteY23" fmla="*/ 1590896 h 2866152"/>
              <a:gd name="connsiteX24" fmla="*/ 1526 w 3191647"/>
              <a:gd name="connsiteY24" fmla="*/ 1477948 h 2866152"/>
              <a:gd name="connsiteX25" fmla="*/ 720 w 3191647"/>
              <a:gd name="connsiteY25" fmla="*/ 1447354 h 2866152"/>
              <a:gd name="connsiteX26" fmla="*/ 0 w 3191647"/>
              <a:gd name="connsiteY26" fmla="*/ 1443059 h 2866152"/>
              <a:gd name="connsiteX27" fmla="*/ 303 w 3191647"/>
              <a:gd name="connsiteY27" fmla="*/ 1431516 h 2866152"/>
              <a:gd name="connsiteX28" fmla="*/ 0 w 3191647"/>
              <a:gd name="connsiteY28" fmla="*/ 1419970 h 2866152"/>
              <a:gd name="connsiteX29" fmla="*/ 720 w 3191647"/>
              <a:gd name="connsiteY29" fmla="*/ 1415675 h 2866152"/>
              <a:gd name="connsiteX30" fmla="*/ 1526 w 3191647"/>
              <a:gd name="connsiteY30" fmla="*/ 1385081 h 2866152"/>
              <a:gd name="connsiteX31" fmla="*/ 39506 w 3191647"/>
              <a:gd name="connsiteY31" fmla="*/ 1272134 h 2866152"/>
              <a:gd name="connsiteX32" fmla="*/ 681960 w 3191647"/>
              <a:gd name="connsiteY32" fmla="*/ 159372 h 2866152"/>
              <a:gd name="connsiteX33" fmla="*/ 698045 w 3191647"/>
              <a:gd name="connsiteY33" fmla="*/ 137034 h 2866152"/>
              <a:gd name="connsiteX34" fmla="*/ 700612 w 3191647"/>
              <a:gd name="connsiteY34" fmla="*/ 132303 h 2866152"/>
              <a:gd name="connsiteX35" fmla="*/ 707202 w 3191647"/>
              <a:gd name="connsiteY35" fmla="*/ 124316 h 2866152"/>
              <a:gd name="connsiteX36" fmla="*/ 717478 w 3191647"/>
              <a:gd name="connsiteY36" fmla="*/ 110046 h 2866152"/>
              <a:gd name="connsiteX37" fmla="*/ 723796 w 3191647"/>
              <a:gd name="connsiteY37" fmla="*/ 104204 h 2866152"/>
              <a:gd name="connsiteX38" fmla="*/ 737255 w 3191647"/>
              <a:gd name="connsiteY38" fmla="*/ 87892 h 2866152"/>
              <a:gd name="connsiteX39" fmla="*/ 949445 w 3191647"/>
              <a:gd name="connsiteY39" fmla="*/ 0 h 2866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3191647" h="2866152">
                <a:moveTo>
                  <a:pt x="949445" y="0"/>
                </a:moveTo>
                <a:lnTo>
                  <a:pt x="2234352" y="0"/>
                </a:lnTo>
                <a:cubicBezTo>
                  <a:pt x="2296501" y="0"/>
                  <a:pt x="2354237" y="18893"/>
                  <a:pt x="2402131" y="51249"/>
                </a:cubicBezTo>
                <a:lnTo>
                  <a:pt x="2409685" y="57482"/>
                </a:lnTo>
                <a:lnTo>
                  <a:pt x="2430115" y="70005"/>
                </a:lnTo>
                <a:cubicBezTo>
                  <a:pt x="2461216" y="93504"/>
                  <a:pt x="2488224" y="123489"/>
                  <a:pt x="2508940" y="159371"/>
                </a:cubicBezTo>
                <a:lnTo>
                  <a:pt x="3151394" y="1272133"/>
                </a:lnTo>
                <a:cubicBezTo>
                  <a:pt x="3192826" y="1343897"/>
                  <a:pt x="3201249" y="1425660"/>
                  <a:pt x="3181372" y="1499841"/>
                </a:cubicBezTo>
                <a:lnTo>
                  <a:pt x="3172981" y="1522315"/>
                </a:lnTo>
                <a:lnTo>
                  <a:pt x="3170003" y="1535472"/>
                </a:lnTo>
                <a:cubicBezTo>
                  <a:pt x="3163697" y="1554388"/>
                  <a:pt x="3155402" y="1572954"/>
                  <a:pt x="3145044" y="1590895"/>
                </a:cubicBezTo>
                <a:lnTo>
                  <a:pt x="2502590" y="2703657"/>
                </a:lnTo>
                <a:lnTo>
                  <a:pt x="2488794" y="2722817"/>
                </a:lnTo>
                <a:lnTo>
                  <a:pt x="2482806" y="2733849"/>
                </a:lnTo>
                <a:lnTo>
                  <a:pt x="2467439" y="2752474"/>
                </a:lnTo>
                <a:lnTo>
                  <a:pt x="2467072" y="2752984"/>
                </a:lnTo>
                <a:lnTo>
                  <a:pt x="2466846" y="2753192"/>
                </a:lnTo>
                <a:lnTo>
                  <a:pt x="2446163" y="2778260"/>
                </a:lnTo>
                <a:cubicBezTo>
                  <a:pt x="2391859" y="2832565"/>
                  <a:pt x="2316839" y="2866152"/>
                  <a:pt x="2233973" y="2866152"/>
                </a:cubicBezTo>
                <a:lnTo>
                  <a:pt x="949066" y="2866152"/>
                </a:lnTo>
                <a:cubicBezTo>
                  <a:pt x="845484" y="2866152"/>
                  <a:pt x="754160" y="2813671"/>
                  <a:pt x="700233" y="2733849"/>
                </a:cubicBezTo>
                <a:lnTo>
                  <a:pt x="689623" y="2714300"/>
                </a:lnTo>
                <a:lnTo>
                  <a:pt x="681960" y="2703658"/>
                </a:lnTo>
                <a:lnTo>
                  <a:pt x="39506" y="1590896"/>
                </a:lnTo>
                <a:cubicBezTo>
                  <a:pt x="18789" y="1555014"/>
                  <a:pt x="6326" y="1516632"/>
                  <a:pt x="1526" y="1477948"/>
                </a:cubicBezTo>
                <a:lnTo>
                  <a:pt x="720" y="1447354"/>
                </a:lnTo>
                <a:lnTo>
                  <a:pt x="0" y="1443059"/>
                </a:lnTo>
                <a:lnTo>
                  <a:pt x="303" y="1431516"/>
                </a:lnTo>
                <a:lnTo>
                  <a:pt x="0" y="1419970"/>
                </a:lnTo>
                <a:lnTo>
                  <a:pt x="720" y="1415675"/>
                </a:lnTo>
                <a:lnTo>
                  <a:pt x="1526" y="1385081"/>
                </a:lnTo>
                <a:cubicBezTo>
                  <a:pt x="6326" y="1346398"/>
                  <a:pt x="18789" y="1308016"/>
                  <a:pt x="39506" y="1272134"/>
                </a:cubicBezTo>
                <a:lnTo>
                  <a:pt x="681960" y="159372"/>
                </a:lnTo>
                <a:lnTo>
                  <a:pt x="698045" y="137034"/>
                </a:lnTo>
                <a:lnTo>
                  <a:pt x="700612" y="132303"/>
                </a:lnTo>
                <a:lnTo>
                  <a:pt x="707202" y="124316"/>
                </a:lnTo>
                <a:lnTo>
                  <a:pt x="717478" y="110046"/>
                </a:lnTo>
                <a:lnTo>
                  <a:pt x="723796" y="104204"/>
                </a:lnTo>
                <a:lnTo>
                  <a:pt x="737255" y="87892"/>
                </a:lnTo>
                <a:cubicBezTo>
                  <a:pt x="791559" y="33588"/>
                  <a:pt x="866580" y="0"/>
                  <a:pt x="949445" y="0"/>
                </a:cubicBezTo>
                <a:close/>
              </a:path>
            </a:pathLst>
          </a:custGeom>
          <a:noFill/>
          <a:ln w="28575" cmpd="sng">
            <a:solidFill>
              <a:srgbClr val="FFFFFF">
                <a:alpha val="22000"/>
              </a:srgbClr>
            </a:solidFill>
          </a:ln>
          <a:effectLst>
            <a:outerShdw blurRad="571500" dist="342900" dir="228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grpSp>
        <p:nvGrpSpPr>
          <p:cNvPr id="6" name="组合 5"/>
          <p:cNvGrpSpPr/>
          <p:nvPr/>
        </p:nvGrpSpPr>
        <p:grpSpPr>
          <a:xfrm>
            <a:off x="955468" y="2487773"/>
            <a:ext cx="2082712" cy="1870310"/>
            <a:chOff x="4706287" y="1447803"/>
            <a:chExt cx="2828456" cy="2540001"/>
          </a:xfrm>
        </p:grpSpPr>
        <p:sp>
          <p:nvSpPr>
            <p:cNvPr id="7" name="任意多边形 6"/>
            <p:cNvSpPr/>
            <p:nvPr>
              <p:custDataLst>
                <p:tags r:id="rId2"/>
              </p:custDataLst>
            </p:nvPr>
          </p:nvSpPr>
          <p:spPr>
            <a:xfrm>
              <a:off x="4706287" y="1447803"/>
              <a:ext cx="2828456" cy="2540001"/>
            </a:xfrm>
            <a:custGeom>
              <a:avLst/>
              <a:gdLst>
                <a:gd name="connsiteX0" fmla="*/ 949445 w 3191647"/>
                <a:gd name="connsiteY0" fmla="*/ 0 h 2866152"/>
                <a:gd name="connsiteX1" fmla="*/ 2234352 w 3191647"/>
                <a:gd name="connsiteY1" fmla="*/ 0 h 2866152"/>
                <a:gd name="connsiteX2" fmla="*/ 2402131 w 3191647"/>
                <a:gd name="connsiteY2" fmla="*/ 51249 h 2866152"/>
                <a:gd name="connsiteX3" fmla="*/ 2409685 w 3191647"/>
                <a:gd name="connsiteY3" fmla="*/ 57482 h 2866152"/>
                <a:gd name="connsiteX4" fmla="*/ 2430115 w 3191647"/>
                <a:gd name="connsiteY4" fmla="*/ 70005 h 2866152"/>
                <a:gd name="connsiteX5" fmla="*/ 2508940 w 3191647"/>
                <a:gd name="connsiteY5" fmla="*/ 159371 h 2866152"/>
                <a:gd name="connsiteX6" fmla="*/ 3151394 w 3191647"/>
                <a:gd name="connsiteY6" fmla="*/ 1272133 h 2866152"/>
                <a:gd name="connsiteX7" fmla="*/ 3181372 w 3191647"/>
                <a:gd name="connsiteY7" fmla="*/ 1499841 h 2866152"/>
                <a:gd name="connsiteX8" fmla="*/ 3172981 w 3191647"/>
                <a:gd name="connsiteY8" fmla="*/ 1522315 h 2866152"/>
                <a:gd name="connsiteX9" fmla="*/ 3170003 w 3191647"/>
                <a:gd name="connsiteY9" fmla="*/ 1535472 h 2866152"/>
                <a:gd name="connsiteX10" fmla="*/ 3145044 w 3191647"/>
                <a:gd name="connsiteY10" fmla="*/ 1590895 h 2866152"/>
                <a:gd name="connsiteX11" fmla="*/ 2502590 w 3191647"/>
                <a:gd name="connsiteY11" fmla="*/ 2703657 h 2866152"/>
                <a:gd name="connsiteX12" fmla="*/ 2488794 w 3191647"/>
                <a:gd name="connsiteY12" fmla="*/ 2722817 h 2866152"/>
                <a:gd name="connsiteX13" fmla="*/ 2482806 w 3191647"/>
                <a:gd name="connsiteY13" fmla="*/ 2733849 h 2866152"/>
                <a:gd name="connsiteX14" fmla="*/ 2467439 w 3191647"/>
                <a:gd name="connsiteY14" fmla="*/ 2752474 h 2866152"/>
                <a:gd name="connsiteX15" fmla="*/ 2467072 w 3191647"/>
                <a:gd name="connsiteY15" fmla="*/ 2752984 h 2866152"/>
                <a:gd name="connsiteX16" fmla="*/ 2466846 w 3191647"/>
                <a:gd name="connsiteY16" fmla="*/ 2753192 h 2866152"/>
                <a:gd name="connsiteX17" fmla="*/ 2446163 w 3191647"/>
                <a:gd name="connsiteY17" fmla="*/ 2778260 h 2866152"/>
                <a:gd name="connsiteX18" fmla="*/ 2233973 w 3191647"/>
                <a:gd name="connsiteY18" fmla="*/ 2866152 h 2866152"/>
                <a:gd name="connsiteX19" fmla="*/ 949066 w 3191647"/>
                <a:gd name="connsiteY19" fmla="*/ 2866152 h 2866152"/>
                <a:gd name="connsiteX20" fmla="*/ 700233 w 3191647"/>
                <a:gd name="connsiteY20" fmla="*/ 2733849 h 2866152"/>
                <a:gd name="connsiteX21" fmla="*/ 689623 w 3191647"/>
                <a:gd name="connsiteY21" fmla="*/ 2714300 h 2866152"/>
                <a:gd name="connsiteX22" fmla="*/ 681960 w 3191647"/>
                <a:gd name="connsiteY22" fmla="*/ 2703658 h 2866152"/>
                <a:gd name="connsiteX23" fmla="*/ 39506 w 3191647"/>
                <a:gd name="connsiteY23" fmla="*/ 1590896 h 2866152"/>
                <a:gd name="connsiteX24" fmla="*/ 1526 w 3191647"/>
                <a:gd name="connsiteY24" fmla="*/ 1477948 h 2866152"/>
                <a:gd name="connsiteX25" fmla="*/ 720 w 3191647"/>
                <a:gd name="connsiteY25" fmla="*/ 1447354 h 2866152"/>
                <a:gd name="connsiteX26" fmla="*/ 0 w 3191647"/>
                <a:gd name="connsiteY26" fmla="*/ 1443059 h 2866152"/>
                <a:gd name="connsiteX27" fmla="*/ 303 w 3191647"/>
                <a:gd name="connsiteY27" fmla="*/ 1431516 h 2866152"/>
                <a:gd name="connsiteX28" fmla="*/ 0 w 3191647"/>
                <a:gd name="connsiteY28" fmla="*/ 1419970 h 2866152"/>
                <a:gd name="connsiteX29" fmla="*/ 720 w 3191647"/>
                <a:gd name="connsiteY29" fmla="*/ 1415675 h 2866152"/>
                <a:gd name="connsiteX30" fmla="*/ 1526 w 3191647"/>
                <a:gd name="connsiteY30" fmla="*/ 1385081 h 2866152"/>
                <a:gd name="connsiteX31" fmla="*/ 39506 w 3191647"/>
                <a:gd name="connsiteY31" fmla="*/ 1272134 h 2866152"/>
                <a:gd name="connsiteX32" fmla="*/ 681960 w 3191647"/>
                <a:gd name="connsiteY32" fmla="*/ 159372 h 2866152"/>
                <a:gd name="connsiteX33" fmla="*/ 698045 w 3191647"/>
                <a:gd name="connsiteY33" fmla="*/ 137034 h 2866152"/>
                <a:gd name="connsiteX34" fmla="*/ 700612 w 3191647"/>
                <a:gd name="connsiteY34" fmla="*/ 132303 h 2866152"/>
                <a:gd name="connsiteX35" fmla="*/ 707202 w 3191647"/>
                <a:gd name="connsiteY35" fmla="*/ 124316 h 2866152"/>
                <a:gd name="connsiteX36" fmla="*/ 717478 w 3191647"/>
                <a:gd name="connsiteY36" fmla="*/ 110046 h 2866152"/>
                <a:gd name="connsiteX37" fmla="*/ 723796 w 3191647"/>
                <a:gd name="connsiteY37" fmla="*/ 104204 h 2866152"/>
                <a:gd name="connsiteX38" fmla="*/ 737255 w 3191647"/>
                <a:gd name="connsiteY38" fmla="*/ 87892 h 2866152"/>
                <a:gd name="connsiteX39" fmla="*/ 949445 w 3191647"/>
                <a:gd name="connsiteY39" fmla="*/ 0 h 2866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191647" h="2866152">
                  <a:moveTo>
                    <a:pt x="949445" y="0"/>
                  </a:moveTo>
                  <a:lnTo>
                    <a:pt x="2234352" y="0"/>
                  </a:lnTo>
                  <a:cubicBezTo>
                    <a:pt x="2296501" y="0"/>
                    <a:pt x="2354237" y="18893"/>
                    <a:pt x="2402131" y="51249"/>
                  </a:cubicBezTo>
                  <a:lnTo>
                    <a:pt x="2409685" y="57482"/>
                  </a:lnTo>
                  <a:lnTo>
                    <a:pt x="2430115" y="70005"/>
                  </a:lnTo>
                  <a:cubicBezTo>
                    <a:pt x="2461216" y="93504"/>
                    <a:pt x="2488224" y="123489"/>
                    <a:pt x="2508940" y="159371"/>
                  </a:cubicBezTo>
                  <a:lnTo>
                    <a:pt x="3151394" y="1272133"/>
                  </a:lnTo>
                  <a:cubicBezTo>
                    <a:pt x="3192826" y="1343897"/>
                    <a:pt x="3201249" y="1425660"/>
                    <a:pt x="3181372" y="1499841"/>
                  </a:cubicBezTo>
                  <a:lnTo>
                    <a:pt x="3172981" y="1522315"/>
                  </a:lnTo>
                  <a:lnTo>
                    <a:pt x="3170003" y="1535472"/>
                  </a:lnTo>
                  <a:cubicBezTo>
                    <a:pt x="3163697" y="1554388"/>
                    <a:pt x="3155402" y="1572954"/>
                    <a:pt x="3145044" y="1590895"/>
                  </a:cubicBezTo>
                  <a:lnTo>
                    <a:pt x="2502590" y="2703657"/>
                  </a:lnTo>
                  <a:lnTo>
                    <a:pt x="2488794" y="2722817"/>
                  </a:lnTo>
                  <a:lnTo>
                    <a:pt x="2482806" y="2733849"/>
                  </a:lnTo>
                  <a:lnTo>
                    <a:pt x="2467439" y="2752474"/>
                  </a:lnTo>
                  <a:lnTo>
                    <a:pt x="2467072" y="2752984"/>
                  </a:lnTo>
                  <a:lnTo>
                    <a:pt x="2466846" y="2753192"/>
                  </a:lnTo>
                  <a:lnTo>
                    <a:pt x="2446163" y="2778260"/>
                  </a:lnTo>
                  <a:cubicBezTo>
                    <a:pt x="2391859" y="2832565"/>
                    <a:pt x="2316839" y="2866152"/>
                    <a:pt x="2233973" y="2866152"/>
                  </a:cubicBezTo>
                  <a:lnTo>
                    <a:pt x="949066" y="2866152"/>
                  </a:lnTo>
                  <a:cubicBezTo>
                    <a:pt x="845484" y="2866152"/>
                    <a:pt x="754160" y="2813671"/>
                    <a:pt x="700233" y="2733849"/>
                  </a:cubicBezTo>
                  <a:lnTo>
                    <a:pt x="689623" y="2714300"/>
                  </a:lnTo>
                  <a:lnTo>
                    <a:pt x="681960" y="2703658"/>
                  </a:lnTo>
                  <a:lnTo>
                    <a:pt x="39506" y="1590896"/>
                  </a:lnTo>
                  <a:cubicBezTo>
                    <a:pt x="18789" y="1555014"/>
                    <a:pt x="6326" y="1516632"/>
                    <a:pt x="1526" y="1477948"/>
                  </a:cubicBezTo>
                  <a:lnTo>
                    <a:pt x="720" y="1447354"/>
                  </a:lnTo>
                  <a:lnTo>
                    <a:pt x="0" y="1443059"/>
                  </a:lnTo>
                  <a:lnTo>
                    <a:pt x="303" y="1431516"/>
                  </a:lnTo>
                  <a:lnTo>
                    <a:pt x="0" y="1419970"/>
                  </a:lnTo>
                  <a:lnTo>
                    <a:pt x="720" y="1415675"/>
                  </a:lnTo>
                  <a:lnTo>
                    <a:pt x="1526" y="1385081"/>
                  </a:lnTo>
                  <a:cubicBezTo>
                    <a:pt x="6326" y="1346398"/>
                    <a:pt x="18789" y="1308016"/>
                    <a:pt x="39506" y="1272134"/>
                  </a:cubicBezTo>
                  <a:lnTo>
                    <a:pt x="681960" y="159372"/>
                  </a:lnTo>
                  <a:lnTo>
                    <a:pt x="698045" y="137034"/>
                  </a:lnTo>
                  <a:lnTo>
                    <a:pt x="700612" y="132303"/>
                  </a:lnTo>
                  <a:lnTo>
                    <a:pt x="707202" y="124316"/>
                  </a:lnTo>
                  <a:lnTo>
                    <a:pt x="717478" y="110046"/>
                  </a:lnTo>
                  <a:lnTo>
                    <a:pt x="723796" y="104204"/>
                  </a:lnTo>
                  <a:lnTo>
                    <a:pt x="737255" y="87892"/>
                  </a:lnTo>
                  <a:cubicBezTo>
                    <a:pt x="791559" y="33588"/>
                    <a:pt x="866580" y="0"/>
                    <a:pt x="949445" y="0"/>
                  </a:cubicBezTo>
                  <a:close/>
                </a:path>
              </a:pathLst>
            </a:custGeom>
            <a:gradFill>
              <a:gsLst>
                <a:gs pos="0">
                  <a:srgbClr val="E5E5E5"/>
                </a:gs>
                <a:gs pos="100000">
                  <a:srgbClr val="FEFEFE"/>
                </a:gs>
              </a:gsLst>
              <a:lin ang="5400000" scaled="1"/>
            </a:gradFill>
            <a:ln w="254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E0E0E0"/>
                  </a:gs>
                </a:gsLst>
                <a:lin ang="5400000" scaled="1"/>
              </a:gradFill>
            </a:ln>
            <a:effectLst>
              <a:outerShdw blurRad="571500" dist="342900" dir="228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8" name="文本框 7"/>
            <p:cNvSpPr txBox="1"/>
            <p:nvPr>
              <p:custDataLst>
                <p:tags r:id="rId3"/>
              </p:custDataLst>
            </p:nvPr>
          </p:nvSpPr>
          <p:spPr>
            <a:xfrm>
              <a:off x="5518942" y="1970221"/>
              <a:ext cx="1303042" cy="1503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600" dirty="0">
                  <a:solidFill>
                    <a:schemeClr val="accent1"/>
                  </a:solidFill>
                  <a:latin typeface="Agency FB" panose="020B0503020202020204" pitchFamily="34" charset="0"/>
                </a:rPr>
                <a:t>03</a:t>
              </a:r>
              <a:endParaRPr lang="en-US" altLang="zh-CN" sz="6600" dirty="0">
                <a:solidFill>
                  <a:schemeClr val="accent1"/>
                </a:solidFill>
                <a:latin typeface="Agency FB" panose="020B0503020202020204" pitchFamily="34" charset="0"/>
              </a:endParaRPr>
            </a:p>
          </p:txBody>
        </p:sp>
      </p:grpSp>
    </p:spTree>
  </p:cSld>
  <p:clrMapOvr>
    <a:masterClrMapping/>
  </p:clrMapOvr>
  <p:transition spd="med"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  <p:transition spd="med"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3"/>
          <p:cNvSpPr/>
          <p:nvPr>
            <p:custDataLst>
              <p:tags r:id="rId1"/>
            </p:custDataLst>
          </p:nvPr>
        </p:nvSpPr>
        <p:spPr>
          <a:xfrm>
            <a:off x="585788" y="2522855"/>
            <a:ext cx="2495074" cy="3184684"/>
          </a:xfrm>
          <a:custGeom>
            <a:avLst/>
            <a:gdLst>
              <a:gd name="adj" fmla="val 662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39" h="6687">
                <a:moveTo>
                  <a:pt x="5035" y="0"/>
                </a:moveTo>
                <a:lnTo>
                  <a:pt x="5041" y="3"/>
                </a:lnTo>
                <a:cubicBezTo>
                  <a:pt x="5158" y="59"/>
                  <a:pt x="5239" y="179"/>
                  <a:pt x="5239" y="318"/>
                </a:cubicBezTo>
                <a:lnTo>
                  <a:pt x="5239" y="6337"/>
                </a:lnTo>
                <a:cubicBezTo>
                  <a:pt x="5239" y="6531"/>
                  <a:pt x="5083" y="6687"/>
                  <a:pt x="4889" y="6687"/>
                </a:cubicBezTo>
                <a:lnTo>
                  <a:pt x="307" y="6687"/>
                </a:lnTo>
                <a:cubicBezTo>
                  <a:pt x="180" y="6687"/>
                  <a:pt x="69" y="6620"/>
                  <a:pt x="8" y="6519"/>
                </a:cubicBezTo>
                <a:lnTo>
                  <a:pt x="0" y="6505"/>
                </a:lnTo>
                <a:lnTo>
                  <a:pt x="10" y="6510"/>
                </a:lnTo>
                <a:cubicBezTo>
                  <a:pt x="52" y="6527"/>
                  <a:pt x="98" y="6537"/>
                  <a:pt x="146" y="6537"/>
                </a:cubicBezTo>
                <a:lnTo>
                  <a:pt x="4728" y="6537"/>
                </a:lnTo>
                <a:cubicBezTo>
                  <a:pt x="4922" y="6537"/>
                  <a:pt x="5078" y="6381"/>
                  <a:pt x="5078" y="6187"/>
                </a:cubicBezTo>
                <a:lnTo>
                  <a:pt x="5078" y="168"/>
                </a:lnTo>
                <a:cubicBezTo>
                  <a:pt x="5078" y="107"/>
                  <a:pt x="5063" y="51"/>
                  <a:pt x="5036" y="1"/>
                </a:cubicBezTo>
                <a:lnTo>
                  <a:pt x="503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42887" tIns="161925" rIns="134778" bIns="523875" numCol="1" spcCol="0" rtlCol="0" fromWordArt="0" anchor="t" anchorCtr="0" forceAA="0" compatLnSpc="1">
            <a:noAutofit/>
          </a:bodyPr>
          <a:lstStyle/>
          <a:p>
            <a:pPr lvl="0" algn="l">
              <a:lnSpc>
                <a:spcPct val="140000"/>
              </a:lnSpc>
              <a:buClrTx/>
              <a:buSzTx/>
              <a:buFontTx/>
            </a:pPr>
            <a:endParaRPr lang="zh-CN" altLang="zh-CN" sz="1050" dirty="0">
              <a:solidFill>
                <a:srgbClr val="262626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5" name="圆角矩形 3"/>
          <p:cNvSpPr/>
          <p:nvPr>
            <p:custDataLst>
              <p:tags r:id="rId2"/>
            </p:custDataLst>
          </p:nvPr>
        </p:nvSpPr>
        <p:spPr>
          <a:xfrm>
            <a:off x="488950" y="1790700"/>
            <a:ext cx="2515870" cy="3854450"/>
          </a:xfrm>
          <a:prstGeom prst="roundRect">
            <a:avLst>
              <a:gd name="adj" fmla="val 6621"/>
            </a:avLst>
          </a:prstGeom>
          <a:solidFill>
            <a:schemeClr val="lt1">
              <a:lumMod val="100000"/>
              <a:alpha val="10000"/>
            </a:schemeClr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16217" tIns="189071" rIns="216217" bIns="523875" numCol="1" spcCol="0" rtlCol="0" fromWordArt="0" anchor="t" anchorCtr="0" forceAA="0" compatLnSpc="1">
            <a:noAutofit/>
          </a:bodyPr>
          <a:lstStyle/>
          <a:p>
            <a:pPr lvl="0" algn="l">
              <a:lnSpc>
                <a:spcPct val="140000"/>
              </a:lnSpc>
              <a:buClrTx/>
              <a:buSzTx/>
              <a:buFontTx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的观点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8" name="圆角矩形 3"/>
          <p:cNvSpPr/>
          <p:nvPr>
            <p:custDataLst>
              <p:tags r:id="rId3"/>
            </p:custDataLst>
          </p:nvPr>
        </p:nvSpPr>
        <p:spPr>
          <a:xfrm>
            <a:off x="3358515" y="2522855"/>
            <a:ext cx="2495074" cy="3184684"/>
          </a:xfrm>
          <a:custGeom>
            <a:avLst/>
            <a:gdLst>
              <a:gd name="adj" fmla="val 662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39" h="6687">
                <a:moveTo>
                  <a:pt x="5035" y="0"/>
                </a:moveTo>
                <a:lnTo>
                  <a:pt x="5041" y="3"/>
                </a:lnTo>
                <a:cubicBezTo>
                  <a:pt x="5158" y="59"/>
                  <a:pt x="5239" y="179"/>
                  <a:pt x="5239" y="318"/>
                </a:cubicBezTo>
                <a:lnTo>
                  <a:pt x="5239" y="6337"/>
                </a:lnTo>
                <a:cubicBezTo>
                  <a:pt x="5239" y="6531"/>
                  <a:pt x="5083" y="6687"/>
                  <a:pt x="4889" y="6687"/>
                </a:cubicBezTo>
                <a:lnTo>
                  <a:pt x="307" y="6687"/>
                </a:lnTo>
                <a:cubicBezTo>
                  <a:pt x="180" y="6687"/>
                  <a:pt x="69" y="6620"/>
                  <a:pt x="8" y="6519"/>
                </a:cubicBezTo>
                <a:lnTo>
                  <a:pt x="0" y="6505"/>
                </a:lnTo>
                <a:lnTo>
                  <a:pt x="10" y="6510"/>
                </a:lnTo>
                <a:cubicBezTo>
                  <a:pt x="52" y="6527"/>
                  <a:pt x="98" y="6537"/>
                  <a:pt x="146" y="6537"/>
                </a:cubicBezTo>
                <a:lnTo>
                  <a:pt x="4728" y="6537"/>
                </a:lnTo>
                <a:cubicBezTo>
                  <a:pt x="4922" y="6537"/>
                  <a:pt x="5078" y="6381"/>
                  <a:pt x="5078" y="6187"/>
                </a:cubicBezTo>
                <a:lnTo>
                  <a:pt x="5078" y="168"/>
                </a:lnTo>
                <a:cubicBezTo>
                  <a:pt x="5078" y="107"/>
                  <a:pt x="5063" y="51"/>
                  <a:pt x="5036" y="1"/>
                </a:cubicBezTo>
                <a:lnTo>
                  <a:pt x="503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42887" tIns="161925" rIns="134778" bIns="523875" numCol="1" spcCol="0" rtlCol="0" fromWordArt="0" anchor="t" anchorCtr="0" forceAA="0" compatLnSpc="1">
            <a:noAutofit/>
          </a:bodyPr>
          <a:lstStyle/>
          <a:p>
            <a:pPr lvl="0" algn="l">
              <a:lnSpc>
                <a:spcPct val="140000"/>
              </a:lnSpc>
              <a:buClrTx/>
              <a:buSzTx/>
              <a:buFontTx/>
            </a:pPr>
            <a:endParaRPr lang="zh-CN" altLang="zh-CN" sz="1050" dirty="0">
              <a:solidFill>
                <a:srgbClr val="262626"/>
              </a:solidFill>
              <a:latin typeface="+mn-ea"/>
              <a:cs typeface="+mn-ea"/>
              <a:sym typeface="+mn-ea"/>
            </a:endParaRPr>
          </a:p>
        </p:txBody>
      </p:sp>
      <p:sp useBgFill="1">
        <p:nvSpPr>
          <p:cNvPr id="49" name="圆角矩形 3"/>
          <p:cNvSpPr/>
          <p:nvPr>
            <p:custDataLst>
              <p:tags r:id="rId4"/>
            </p:custDataLst>
          </p:nvPr>
        </p:nvSpPr>
        <p:spPr>
          <a:xfrm>
            <a:off x="3261360" y="1790700"/>
            <a:ext cx="2515870" cy="3854450"/>
          </a:xfrm>
          <a:prstGeom prst="roundRect">
            <a:avLst>
              <a:gd name="adj" fmla="val 6621"/>
            </a:avLst>
          </a:prstGeom>
          <a:solidFill>
            <a:schemeClr val="lt1">
              <a:lumMod val="100000"/>
              <a:alpha val="10000"/>
            </a:schemeClr>
          </a:solidFill>
          <a:ln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16217" tIns="189071" rIns="216217" bIns="523875" numCol="1" spcCol="0" rtlCol="0" fromWordArt="0" anchor="t" anchorCtr="0" forceAA="0" compatLnSpc="1">
            <a:noAutofit/>
          </a:bodyPr>
          <a:lstStyle/>
          <a:p>
            <a:pPr lvl="0" algn="l">
              <a:lnSpc>
                <a:spcPct val="140000"/>
              </a:lnSpc>
              <a:buClrTx/>
              <a:buSzTx/>
              <a:buFontTx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单击此处添加文本具体内容，简明扼要地阐述您的观点。根据需要可酌情增减文字，以便观者准确地理解您传达的思想单击此处添加文本具体内容，简明扼要地阐述您的观点。以便观者准确地理解您传达的思想单击此处添加文本具体内容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52" name="圆角矩形 3"/>
          <p:cNvSpPr/>
          <p:nvPr>
            <p:custDataLst>
              <p:tags r:id="rId5"/>
            </p:custDataLst>
          </p:nvPr>
        </p:nvSpPr>
        <p:spPr>
          <a:xfrm>
            <a:off x="6121241" y="2522855"/>
            <a:ext cx="2495074" cy="3184684"/>
          </a:xfrm>
          <a:custGeom>
            <a:avLst/>
            <a:gdLst>
              <a:gd name="adj" fmla="val 662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39" h="6687">
                <a:moveTo>
                  <a:pt x="5035" y="0"/>
                </a:moveTo>
                <a:lnTo>
                  <a:pt x="5041" y="3"/>
                </a:lnTo>
                <a:cubicBezTo>
                  <a:pt x="5158" y="59"/>
                  <a:pt x="5239" y="179"/>
                  <a:pt x="5239" y="318"/>
                </a:cubicBezTo>
                <a:lnTo>
                  <a:pt x="5239" y="6337"/>
                </a:lnTo>
                <a:cubicBezTo>
                  <a:pt x="5239" y="6531"/>
                  <a:pt x="5083" y="6687"/>
                  <a:pt x="4889" y="6687"/>
                </a:cubicBezTo>
                <a:lnTo>
                  <a:pt x="307" y="6687"/>
                </a:lnTo>
                <a:cubicBezTo>
                  <a:pt x="180" y="6687"/>
                  <a:pt x="69" y="6620"/>
                  <a:pt x="8" y="6519"/>
                </a:cubicBezTo>
                <a:lnTo>
                  <a:pt x="0" y="6505"/>
                </a:lnTo>
                <a:lnTo>
                  <a:pt x="10" y="6510"/>
                </a:lnTo>
                <a:cubicBezTo>
                  <a:pt x="52" y="6527"/>
                  <a:pt x="98" y="6537"/>
                  <a:pt x="146" y="6537"/>
                </a:cubicBezTo>
                <a:lnTo>
                  <a:pt x="4728" y="6537"/>
                </a:lnTo>
                <a:cubicBezTo>
                  <a:pt x="4922" y="6537"/>
                  <a:pt x="5078" y="6381"/>
                  <a:pt x="5078" y="6187"/>
                </a:cubicBezTo>
                <a:lnTo>
                  <a:pt x="5078" y="168"/>
                </a:lnTo>
                <a:cubicBezTo>
                  <a:pt x="5078" y="107"/>
                  <a:pt x="5063" y="51"/>
                  <a:pt x="5036" y="1"/>
                </a:cubicBezTo>
                <a:lnTo>
                  <a:pt x="503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42887" tIns="161925" rIns="134778" bIns="523875" numCol="1" spcCol="0" rtlCol="0" fromWordArt="0" anchor="t" anchorCtr="0" forceAA="0" compatLnSpc="1">
            <a:noAutofit/>
          </a:bodyPr>
          <a:lstStyle/>
          <a:p>
            <a:pPr lvl="0" algn="l">
              <a:lnSpc>
                <a:spcPct val="140000"/>
              </a:lnSpc>
              <a:buClrTx/>
              <a:buSzTx/>
              <a:buFontTx/>
            </a:pPr>
            <a:endParaRPr lang="zh-CN" altLang="zh-CN" sz="1050" dirty="0">
              <a:solidFill>
                <a:srgbClr val="262626"/>
              </a:solidFill>
              <a:latin typeface="+mn-ea"/>
              <a:cs typeface="+mn-ea"/>
              <a:sym typeface="+mn-ea"/>
            </a:endParaRPr>
          </a:p>
        </p:txBody>
      </p:sp>
      <p:sp useBgFill="1">
        <p:nvSpPr>
          <p:cNvPr id="53" name="圆角矩形 3"/>
          <p:cNvSpPr/>
          <p:nvPr>
            <p:custDataLst>
              <p:tags r:id="rId6"/>
            </p:custDataLst>
          </p:nvPr>
        </p:nvSpPr>
        <p:spPr>
          <a:xfrm>
            <a:off x="6024245" y="1790700"/>
            <a:ext cx="2515870" cy="3866515"/>
          </a:xfrm>
          <a:prstGeom prst="roundRect">
            <a:avLst>
              <a:gd name="adj" fmla="val 6621"/>
            </a:avLst>
          </a:prstGeom>
          <a:solidFill>
            <a:schemeClr val="lt1">
              <a:lumMod val="100000"/>
              <a:alpha val="10000"/>
            </a:schemeClr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16217" tIns="189071" rIns="216217" bIns="523875" numCol="1" spcCol="0" rtlCol="0" fromWordArt="0" anchor="t" anchorCtr="0" forceAA="0" compatLnSpc="1">
            <a:noAutofit/>
          </a:bodyPr>
          <a:lstStyle/>
          <a:p>
            <a:pPr lvl="0" algn="l">
              <a:lnSpc>
                <a:spcPct val="140000"/>
              </a:lnSpc>
              <a:buClrTx/>
              <a:buSzTx/>
              <a:buFontTx/>
            </a:pP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algn="l">
              <a:lnSpc>
                <a:spcPct val="140000"/>
              </a:lnSpc>
              <a:buClrTx/>
              <a:buSzTx/>
              <a:buFontTx/>
            </a:pP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5" name="圆角矩形 16"/>
          <p:cNvSpPr/>
          <p:nvPr>
            <p:custDataLst>
              <p:tags r:id="rId7"/>
            </p:custDataLst>
          </p:nvPr>
        </p:nvSpPr>
        <p:spPr>
          <a:xfrm>
            <a:off x="3636010" y="5337175"/>
            <a:ext cx="1757045" cy="370205"/>
          </a:xfrm>
          <a:prstGeom prst="roundRect">
            <a:avLst>
              <a:gd name="adj" fmla="val 23765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5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关键岗位缺乏备份 / 缓冲资源</a:t>
            </a:r>
            <a:endParaRPr lang="zh-CN" altLang="en-US" sz="105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圆角矩形 16"/>
          <p:cNvSpPr/>
          <p:nvPr>
            <p:custDataLst>
              <p:tags r:id="rId8"/>
            </p:custDataLst>
          </p:nvPr>
        </p:nvSpPr>
        <p:spPr>
          <a:xfrm>
            <a:off x="6443980" y="1790700"/>
            <a:ext cx="1737995" cy="370205"/>
          </a:xfrm>
          <a:prstGeom prst="roundRect">
            <a:avLst>
              <a:gd name="adj" fmla="val 2376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 sz="105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  <p:transition spd="med"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1426" name="Rectangle 2"/>
          <p:cNvSpPr>
            <a:spLocks noGrp="1" noChangeArrowheads="1"/>
          </p:cNvSpPr>
          <p:nvPr>
            <p:ph type="ctrTitle" sz="quarter" hasCustomPrompt="1"/>
          </p:nvPr>
        </p:nvSpPr>
        <p:spPr bwMode="black">
          <a:xfrm>
            <a:off x="611188" y="1700213"/>
            <a:ext cx="8137525" cy="7921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 </a:t>
            </a:r>
            <a:r>
              <a:rPr kumimoji="0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谢    谢！</a:t>
            </a:r>
            <a:endParaRPr kumimoji="0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6083" name="Rectangle 3"/>
          <p:cNvSpPr>
            <a:spLocks noGrp="1"/>
          </p:cNvSpPr>
          <p:nvPr>
            <p:ph type="subTitle"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SzTx/>
            </a:pP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lang="zh-CN" altLang="en-US" sz="2800" b="1" dirty="0">
                <a:latin typeface="Verdana" panose="020B0604030504040204" pitchFamily="34" charset="0"/>
                <a:ea typeface="隶书" panose="02010509060101010101" pitchFamily="49" charset="-122"/>
                <a:cs typeface="+mn-cs"/>
              </a:rPr>
              <a:t>北京华力创通科技股份有限公司</a:t>
            </a:r>
            <a:endParaRPr lang="zh-CN" altLang="en-US" sz="2800" b="1" dirty="0">
              <a:latin typeface="Verdana" panose="020B0604030504040204" pitchFamily="34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>
</file>

<file path=ppt/tags/tag1.xml><?xml version="1.0" encoding="utf-8"?>
<p:tagLst xmlns:p="http://schemas.openxmlformats.org/presentationml/2006/main">
  <p:tag name="KSO_WM_DIAGRAM_VIRTUALLY_FRAME" val="{&quot;height&quot;:458.8,&quot;left&quot;:254.95,&quot;top&quot;:13.8,&quot;width&quot;:455.4}"/>
</p:tagLst>
</file>

<file path=ppt/tags/tag2.xml><?xml version="1.0" encoding="utf-8"?>
<p:tagLst xmlns:p="http://schemas.openxmlformats.org/presentationml/2006/main">
  <p:tag name="KSO_WM_DIAGRAM_VIRTUALLY_FRAME" val="{&quot;height&quot;:412.8,&quot;left&quot;:323.8,&quot;top&quot;:13.8,&quot;width&quot;:375.4}"/>
</p:tagLst>
</file>

<file path=ppt/tags/tag3.xml><?xml version="1.0" encoding="utf-8"?>
<p:tagLst xmlns:p="http://schemas.openxmlformats.org/presentationml/2006/main">
  <p:tag name="KSO_WM_BEAUTIFY_FLAG" val=""/>
  <p:tag name="KSO_WM_DIAGRAM_VIRTUALLY_FRAME" val="{&quot;height&quot;:458.8,&quot;left&quot;:254.95,&quot;top&quot;:13.8,&quot;width&quot;:455.4}"/>
</p:tagLst>
</file>

<file path=ppt/tags/tag4.xml><?xml version="1.0" encoding="utf-8"?>
<p:tagLst xmlns:p="http://schemas.openxmlformats.org/presentationml/2006/main">
  <p:tag name="KSO_WM_BEAUTIFY_FLAG" val=""/>
  <p:tag name="KSO_WM_DIAGRAM_VIRTUALLY_FRAME" val="{&quot;height&quot;:458.8,&quot;left&quot;:254.95,&quot;top&quot;:13.8,&quot;width&quot;:455.4}"/>
</p:tagLst>
</file>

<file path=ppt/tags/tag5.xml><?xml version="1.0" encoding="utf-8"?>
<p:tagLst xmlns:p="http://schemas.openxmlformats.org/presentationml/2006/main">
  <p:tag name="KSO_WM_BEAUTIFY_FLAG" val=""/>
  <p:tag name="KSO_WM_DIAGRAM_VIRTUALLY_FRAME" val="{&quot;height&quot;:458.8,&quot;left&quot;:254.95,&quot;top&quot;:13.8,&quot;width&quot;:455.4}"/>
</p:tagLst>
</file>

<file path=ppt/tags/tag6.xml><?xml version="1.0" encoding="utf-8"?>
<p:tagLst xmlns:p="http://schemas.openxmlformats.org/presentationml/2006/main">
  <p:tag name="KSO_WM_BEAUTIFY_FLAG" val=""/>
  <p:tag name="KSO_WM_DIAGRAM_VIRTUALLY_FRAME" val="{&quot;height&quot;:458.8,&quot;left&quot;:254.95,&quot;top&quot;:13.8,&quot;width&quot;:455.4}"/>
</p:tagLst>
</file>

<file path=ppt/tags/tag7.xml><?xml version="1.0" encoding="utf-8"?>
<p:tagLst xmlns:p="http://schemas.openxmlformats.org/presentationml/2006/main">
  <p:tag name="KSO_WM_DIAGRAM_VIRTUALLY_FRAME" val="{&quot;height&quot;:458.8,&quot;left&quot;:254.95,&quot;top&quot;:13.8,&quot;width&quot;:455.4}"/>
</p:tagLst>
</file>

<file path=ppt/tags/tag8.xml><?xml version="1.0" encoding="utf-8"?>
<p:tagLst xmlns:p="http://schemas.openxmlformats.org/presentationml/2006/main">
  <p:tag name="KSO_WM_DIAGRAM_VIRTUALLY_FRAME" val="{&quot;height&quot;:412.8,&quot;left&quot;:323.8,&quot;top&quot;:13.8,&quot;width&quot;:375.4}"/>
</p:tagLst>
</file>

<file path=ppt/tags/tag9.xml><?xml version="1.0" encoding="utf-8"?>
<p:tagLst xmlns:p="http://schemas.openxmlformats.org/presentationml/2006/main">
  <p:tag name="KSO_WM_BEAUTIFY_FLAG" val=""/>
  <p:tag name="KSO_WM_DIAGRAM_VIRTUALLY_FRAME" val="{&quot;height&quot;:458.8,&quot;left&quot;:254.95,&quot;top&quot;:13.8,&quot;width&quot;:455.4}"/>
</p:tagLst>
</file>

<file path=ppt/tags/tag10.xml><?xml version="1.0" encoding="utf-8"?>
<p:tagLst xmlns:p="http://schemas.openxmlformats.org/presentationml/2006/main">
  <p:tag name="KSO_WM_BEAUTIFY_FLAG" val=""/>
  <p:tag name="KSO_WM_DIAGRAM_VIRTUALLY_FRAME" val="{&quot;height&quot;:458.8,&quot;left&quot;:254.95,&quot;top&quot;:13.8,&quot;width&quot;:455.4}"/>
</p:tagLst>
</file>

<file path=ppt/tags/tag11.xml><?xml version="1.0" encoding="utf-8"?>
<p:tagLst xmlns:p="http://schemas.openxmlformats.org/presentationml/2006/main">
  <p:tag name="KSO_WM_BEAUTIFY_FLAG" val=""/>
  <p:tag name="KSO_WM_DIAGRAM_VIRTUALLY_FRAME" val="{&quot;height&quot;:458.8,&quot;left&quot;:254.95,&quot;top&quot;:13.8,&quot;width&quot;:455.4}"/>
</p:tagLst>
</file>

<file path=ppt/tags/tag12.xml><?xml version="1.0" encoding="utf-8"?>
<p:tagLst xmlns:p="http://schemas.openxmlformats.org/presentationml/2006/main">
  <p:tag name="KSO_WM_BEAUTIFY_FLAG" val=""/>
  <p:tag name="KSO_WM_DIAGRAM_VIRTUALLY_FRAME" val="{&quot;height&quot;:458.8,&quot;left&quot;:254.95,&quot;top&quot;:13.8,&quot;width&quot;:455.4}"/>
</p:tagLst>
</file>

<file path=ppt/tags/tag13.xml><?xml version="1.0" encoding="utf-8"?>
<p:tagLst xmlns:p="http://schemas.openxmlformats.org/presentationml/2006/main">
  <p:tag name="KSO_WM_DIAGRAM_VIRTUALLY_FRAME" val="{&quot;height&quot;:458.8,&quot;left&quot;:254.95,&quot;top&quot;:13.8,&quot;width&quot;:455.4}"/>
</p:tagLst>
</file>

<file path=ppt/tags/tag14.xml><?xml version="1.0" encoding="utf-8"?>
<p:tagLst xmlns:p="http://schemas.openxmlformats.org/presentationml/2006/main">
  <p:tag name="KSO_WM_DIAGRAM_VIRTUALLY_FRAME" val="{&quot;height&quot;:412.8,&quot;left&quot;:323.8,&quot;top&quot;:13.8,&quot;width&quot;:375.4}"/>
</p:tagLst>
</file>

<file path=ppt/tags/tag15.xml><?xml version="1.0" encoding="utf-8"?>
<p:tagLst xmlns:p="http://schemas.openxmlformats.org/presentationml/2006/main">
  <p:tag name="KSO_WM_BEAUTIFY_FLAG" val=""/>
  <p:tag name="KSO_WM_DIAGRAM_VIRTUALLY_FRAME" val="{&quot;height&quot;:458.8,&quot;left&quot;:254.95,&quot;top&quot;:13.8,&quot;width&quot;:455.4}"/>
</p:tagLst>
</file>

<file path=ppt/tags/tag16.xml><?xml version="1.0" encoding="utf-8"?>
<p:tagLst xmlns:p="http://schemas.openxmlformats.org/presentationml/2006/main">
  <p:tag name="KSO_WM_BEAUTIFY_FLAG" val=""/>
  <p:tag name="KSO_WM_DIAGRAM_VIRTUALLY_FRAME" val="{&quot;height&quot;:458.8,&quot;left&quot;:254.95,&quot;top&quot;:13.8,&quot;width&quot;:455.4}"/>
</p:tagLst>
</file>

<file path=ppt/tags/tag17.xml><?xml version="1.0" encoding="utf-8"?>
<p:tagLst xmlns:p="http://schemas.openxmlformats.org/presentationml/2006/main">
  <p:tag name="KSO_WM_BEAUTIFY_FLAG" val=""/>
  <p:tag name="KSO_WM_DIAGRAM_VIRTUALLY_FRAME" val="{&quot;height&quot;:458.8,&quot;left&quot;:254.95,&quot;top&quot;:13.8,&quot;width&quot;:455.4}"/>
</p:tagLst>
</file>

<file path=ppt/tags/tag18.xml><?xml version="1.0" encoding="utf-8"?>
<p:tagLst xmlns:p="http://schemas.openxmlformats.org/presentationml/2006/main">
  <p:tag name="KSO_WM_BEAUTIFY_FLAG" val=""/>
  <p:tag name="KSO_WM_DIAGRAM_VIRTUALLY_FRAME" val="{&quot;height&quot;:458.8,&quot;left&quot;:254.95,&quot;top&quot;:13.8,&quot;width&quot;:455.4}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custom20229815_1*h_a*1_1"/>
  <p:tag name="KSO_WM_TEMPLATE_CATEGORY" val="custom"/>
  <p:tag name="KSO_WM_TEMPLATE_INDEX" val="20229815"/>
  <p:tag name="KSO_WM_UNIT_LAYERLEVEL" val="1_1"/>
  <p:tag name="KSO_WM_TAG_VERSION" val="3.0"/>
  <p:tag name="KSO_WM_BEAUTIFY_FLAG" val=""/>
  <p:tag name="KSO_WM_DIAGRAM_GROUP_CODE" val="l1-1"/>
  <p:tag name="KSO_WM_UNIT_PRESET_TEXT" val="单击添加标题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307_2*l_h_i*1_1_2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51.3687462609959,&quot;left&quot;:-68.76248641847629,&quot;top&quot;:112.72503937007873,&quot;width&quot;:854.4500122070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30.xml><?xml version="1.0" encoding="utf-8"?>
<p:tagLst xmlns:p="http://schemas.openxmlformats.org/presentationml/2006/main">
  <p:tag name="KSO_WM_DIAGRAM_VIRTUALLY_FRAME" val="{&quot;height&quot;:351.3687462609959,&quot;left&quot;:-68.76248641847629,&quot;top&quot;:112.72503937007873,&quot;width&quot;:854.4500122070312}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307_2*l_h_f*1_1_1"/>
  <p:tag name="KSO_WM_TEMPLATE_CATEGORY" val="diagram"/>
  <p:tag name="KSO_WM_TEMPLATE_INDEX" val="20231307"/>
  <p:tag name="KSO_WM_UNIT_LAYERLEVEL" val="1_1_1"/>
  <p:tag name="KSO_WM_TAG_VERSION" val="3.0"/>
  <p:tag name="KSO_WM_UNIT_TEXT_TYPE" val="1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117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的观点。"/>
  <p:tag name="KSO_WM_UNIT_FILL_TYPE" val="1"/>
  <p:tag name="KSO_WM_UNIT_FILL_FORE_SCHEMECOLOR_INDEX" val="2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3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307_2*l_h_i*1_2_2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51.3687462609959,&quot;left&quot;:-68.76248641847629,&quot;top&quot;:112.72503937007873,&quot;width&quot;:854.4500122070312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8"/>
  <p:tag name="KSO_WM_UNIT_FILL_FORE_SCHEMECOLOR_INDEX_BRIGHTNESS" val="0"/>
  <p:tag name="KSO_WM_UNIT_USESOURCEFORMAT_APPLY" val="0"/>
</p:tagLst>
</file>

<file path=ppt/tags/tag32.xml><?xml version="1.0" encoding="utf-8"?>
<p:tagLst xmlns:p="http://schemas.openxmlformats.org/presentationml/2006/main">
  <p:tag name="KSO_WM_DIAGRAM_VIRTUALLY_FRAME" val="{&quot;height&quot;:351.3687462609959,&quot;left&quot;:-68.76248641847629,&quot;top&quot;:112.72503937007873,&quot;width&quot;:854.4500122070312}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307_2*l_h_f*1_2_1"/>
  <p:tag name="KSO_WM_TEMPLATE_CATEGORY" val="diagram"/>
  <p:tag name="KSO_WM_TEMPLATE_INDEX" val="20231307"/>
  <p:tag name="KSO_WM_UNIT_LAYERLEVEL" val="1_1_1"/>
  <p:tag name="KSO_WM_TAG_VERSION" val="3.0"/>
  <p:tag name="KSO_WM_UNIT_TEXT_TYPE" val="1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117"/>
  <p:tag name="KSO_WM_UNIT_PRESET_TEXT" val="单击此处添加文本具体内容，简明扼要地阐述您的观点。根据需要可酌情增减文字，以便观者准确地理解您传达的思想单击此处添加文本具体内容，简明扼要地阐述您的观点。以便观者准确地理解您传达的思想单击此处添加文本具体内容。"/>
  <p:tag name="KSO_WM_UNIT_LINE_FORE_SCHEMECOLOR_INDEX" val="8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3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307_2*l_h_i*1_3_2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51.3687462609959,&quot;left&quot;:-68.76248641847629,&quot;top&quot;:112.72503937007873,&quot;width&quot;:854.4500122070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34.xml><?xml version="1.0" encoding="utf-8"?>
<p:tagLst xmlns:p="http://schemas.openxmlformats.org/presentationml/2006/main">
  <p:tag name="KSO_WM_DIAGRAM_VIRTUALLY_FRAME" val="{&quot;height&quot;:351.3687462609959,&quot;left&quot;:-68.76248641847629,&quot;top&quot;:112.72503937007873,&quot;width&quot;:854.4500122070312}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307_2*l_h_f*1_3_1"/>
  <p:tag name="KSO_WM_TEMPLATE_CATEGORY" val="diagram"/>
  <p:tag name="KSO_WM_TEMPLATE_INDEX" val="20231307"/>
  <p:tag name="KSO_WM_UNIT_LAYERLEVEL" val="1_1_1"/>
  <p:tag name="KSO_WM_TAG_VERSION" val="3.0"/>
  <p:tag name="KSO_WM_UNIT_TEXT_TYPE" val="1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117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。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35.xml><?xml version="1.0" encoding="utf-8"?>
<p:tagLst xmlns:p="http://schemas.openxmlformats.org/presentationml/2006/main">
  <p:tag name="KSO_WM_DIAGRAM_VIRTUALLY_FRAME" val="{&quot;height&quot;:351.3687462609959,&quot;left&quot;:-68.76248641847629,&quot;top&quot;:112.72503937007873,&quot;width&quot;:854.450012207031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307_2*l_h_i*1_2_1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0"/>
  <p:tag name="KSO_WM_UNIT_USESOURCEFORMAT_APPLY" val="0"/>
</p:tagLst>
</file>

<file path=ppt/tags/tag36.xml><?xml version="1.0" encoding="utf-8"?>
<p:tagLst xmlns:p="http://schemas.openxmlformats.org/presentationml/2006/main">
  <p:tag name="KSO_WM_DIAGRAM_VIRTUALLY_FRAME" val="{&quot;height&quot;:343.45001220703125,&quot;left&quot;:-68.76248641847629,&quot;top&quot;:120.64377342404342,&quot;width&quot;:854.450012207031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307_2*l_h_i*1_1_1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37.xml><?xml version="1.0" encoding="utf-8"?>
<p:tagLst xmlns:p="http://schemas.openxmlformats.org/presentationml/2006/main">
  <p:tag name="KSO_WM_SLIDE_ID" val="diagram20231307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SLIDE_SIZE" val="853.3*343.45"/>
  <p:tag name="KSO_WM_SLIDE_POSITION" val="51.3*128.1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1307"/>
  <p:tag name="KSO_WM_SLIDE_LAYOUT" val="a_l"/>
  <p:tag name="KSO_WM_SLIDE_LAYOUT_CNT" val="1_1"/>
</p:tagLst>
</file>

<file path=ppt/theme/theme1.xml><?xml version="1.0" encoding="utf-8"?>
<a:theme xmlns:a="http://schemas.openxmlformats.org/drawingml/2006/main" name="cdb2004138l">
  <a:themeElements>
    <a:clrScheme name="cdb2004138l 2">
      <a:dk1>
        <a:srgbClr val="124B98"/>
      </a:dk1>
      <a:lt1>
        <a:srgbClr val="FFFFFF"/>
      </a:lt1>
      <a:dk2>
        <a:srgbClr val="000000"/>
      </a:dk2>
      <a:lt2>
        <a:srgbClr val="DDDDDD"/>
      </a:lt2>
      <a:accent1>
        <a:srgbClr val="4976D1"/>
      </a:accent1>
      <a:accent2>
        <a:srgbClr val="4CB494"/>
      </a:accent2>
      <a:accent3>
        <a:srgbClr val="FFFFFF"/>
      </a:accent3>
      <a:accent4>
        <a:srgbClr val="0E3F81"/>
      </a:accent4>
      <a:accent5>
        <a:srgbClr val="B1BDE5"/>
      </a:accent5>
      <a:accent6>
        <a:srgbClr val="44A386"/>
      </a:accent6>
      <a:hlink>
        <a:srgbClr val="0099CC"/>
      </a:hlink>
      <a:folHlink>
        <a:srgbClr val="969696"/>
      </a:folHlink>
    </a:clrScheme>
    <a:fontScheme name="cdb2004138l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cdb2004138l 1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4EA693"/>
        </a:accent1>
        <a:accent2>
          <a:srgbClr val="ABA755"/>
        </a:accent2>
        <a:accent3>
          <a:srgbClr val="FFFFFF"/>
        </a:accent3>
        <a:accent4>
          <a:srgbClr val="174578"/>
        </a:accent4>
        <a:accent5>
          <a:srgbClr val="B2D0C8"/>
        </a:accent5>
        <a:accent6>
          <a:srgbClr val="9B974C"/>
        </a:accent6>
        <a:hlink>
          <a:srgbClr val="3981B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38l 2">
        <a:dk1>
          <a:srgbClr val="124B98"/>
        </a:dk1>
        <a:lt1>
          <a:srgbClr val="FFFFFF"/>
        </a:lt1>
        <a:dk2>
          <a:srgbClr val="000000"/>
        </a:dk2>
        <a:lt2>
          <a:srgbClr val="DDDDDD"/>
        </a:lt2>
        <a:accent1>
          <a:srgbClr val="4976D1"/>
        </a:accent1>
        <a:accent2>
          <a:srgbClr val="4CB494"/>
        </a:accent2>
        <a:accent3>
          <a:srgbClr val="FFFFFF"/>
        </a:accent3>
        <a:accent4>
          <a:srgbClr val="0E3F81"/>
        </a:accent4>
        <a:accent5>
          <a:srgbClr val="B1BDE5"/>
        </a:accent5>
        <a:accent6>
          <a:srgbClr val="44A386"/>
        </a:accent6>
        <a:hlink>
          <a:srgbClr val="0099CC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38l 3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5B1B1"/>
        </a:accent1>
        <a:accent2>
          <a:srgbClr val="5BACE9"/>
        </a:accent2>
        <a:accent3>
          <a:srgbClr val="FFFFFF"/>
        </a:accent3>
        <a:accent4>
          <a:srgbClr val="174578"/>
        </a:accent4>
        <a:accent5>
          <a:srgbClr val="ACD5D5"/>
        </a:accent5>
        <a:accent6>
          <a:srgbClr val="529BD3"/>
        </a:accent6>
        <a:hlink>
          <a:srgbClr val="6E71F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db2004138l">
  <a:themeElements>
    <a:clrScheme name="cdb2004138l 2">
      <a:dk1>
        <a:srgbClr val="124B98"/>
      </a:dk1>
      <a:lt1>
        <a:srgbClr val="FFFFFF"/>
      </a:lt1>
      <a:dk2>
        <a:srgbClr val="000000"/>
      </a:dk2>
      <a:lt2>
        <a:srgbClr val="DDDDDD"/>
      </a:lt2>
      <a:accent1>
        <a:srgbClr val="4976D1"/>
      </a:accent1>
      <a:accent2>
        <a:srgbClr val="4CB494"/>
      </a:accent2>
      <a:accent3>
        <a:srgbClr val="FFFFFF"/>
      </a:accent3>
      <a:accent4>
        <a:srgbClr val="0E3F81"/>
      </a:accent4>
      <a:accent5>
        <a:srgbClr val="B1BDE5"/>
      </a:accent5>
      <a:accent6>
        <a:srgbClr val="44A386"/>
      </a:accent6>
      <a:hlink>
        <a:srgbClr val="0099CC"/>
      </a:hlink>
      <a:folHlink>
        <a:srgbClr val="969696"/>
      </a:folHlink>
    </a:clrScheme>
    <a:fontScheme name="cdb2004138l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cdb2004138l 1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4EA693"/>
        </a:accent1>
        <a:accent2>
          <a:srgbClr val="ABA755"/>
        </a:accent2>
        <a:accent3>
          <a:srgbClr val="FFFFFF"/>
        </a:accent3>
        <a:accent4>
          <a:srgbClr val="174578"/>
        </a:accent4>
        <a:accent5>
          <a:srgbClr val="B2D0C8"/>
        </a:accent5>
        <a:accent6>
          <a:srgbClr val="9B974C"/>
        </a:accent6>
        <a:hlink>
          <a:srgbClr val="3981B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38l 2">
        <a:dk1>
          <a:srgbClr val="124B98"/>
        </a:dk1>
        <a:lt1>
          <a:srgbClr val="FFFFFF"/>
        </a:lt1>
        <a:dk2>
          <a:srgbClr val="000000"/>
        </a:dk2>
        <a:lt2>
          <a:srgbClr val="DDDDDD"/>
        </a:lt2>
        <a:accent1>
          <a:srgbClr val="4976D1"/>
        </a:accent1>
        <a:accent2>
          <a:srgbClr val="4CB494"/>
        </a:accent2>
        <a:accent3>
          <a:srgbClr val="FFFFFF"/>
        </a:accent3>
        <a:accent4>
          <a:srgbClr val="0E3F81"/>
        </a:accent4>
        <a:accent5>
          <a:srgbClr val="B1BDE5"/>
        </a:accent5>
        <a:accent6>
          <a:srgbClr val="44A386"/>
        </a:accent6>
        <a:hlink>
          <a:srgbClr val="0099CC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38l 3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5B1B1"/>
        </a:accent1>
        <a:accent2>
          <a:srgbClr val="5BACE9"/>
        </a:accent2>
        <a:accent3>
          <a:srgbClr val="FFFFFF"/>
        </a:accent3>
        <a:accent4>
          <a:srgbClr val="174578"/>
        </a:accent4>
        <a:accent5>
          <a:srgbClr val="ACD5D5"/>
        </a:accent5>
        <a:accent6>
          <a:srgbClr val="529BD3"/>
        </a:accent6>
        <a:hlink>
          <a:srgbClr val="6E71F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db2004138l">
  <a:themeElements>
    <a:clrScheme name="cdb2004138l 2">
      <a:dk1>
        <a:srgbClr val="124B98"/>
      </a:dk1>
      <a:lt1>
        <a:srgbClr val="FFFFFF"/>
      </a:lt1>
      <a:dk2>
        <a:srgbClr val="000000"/>
      </a:dk2>
      <a:lt2>
        <a:srgbClr val="DDDDDD"/>
      </a:lt2>
      <a:accent1>
        <a:srgbClr val="4976D1"/>
      </a:accent1>
      <a:accent2>
        <a:srgbClr val="4CB494"/>
      </a:accent2>
      <a:accent3>
        <a:srgbClr val="FFFFFF"/>
      </a:accent3>
      <a:accent4>
        <a:srgbClr val="0E3F81"/>
      </a:accent4>
      <a:accent5>
        <a:srgbClr val="B1BDE5"/>
      </a:accent5>
      <a:accent6>
        <a:srgbClr val="44A386"/>
      </a:accent6>
      <a:hlink>
        <a:srgbClr val="0099CC"/>
      </a:hlink>
      <a:folHlink>
        <a:srgbClr val="969696"/>
      </a:folHlink>
    </a:clrScheme>
    <a:fontScheme name="cdb2004138l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cdb2004138l 1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4EA693"/>
        </a:accent1>
        <a:accent2>
          <a:srgbClr val="ABA755"/>
        </a:accent2>
        <a:accent3>
          <a:srgbClr val="FFFFFF"/>
        </a:accent3>
        <a:accent4>
          <a:srgbClr val="174578"/>
        </a:accent4>
        <a:accent5>
          <a:srgbClr val="B2D0C8"/>
        </a:accent5>
        <a:accent6>
          <a:srgbClr val="9B974C"/>
        </a:accent6>
        <a:hlink>
          <a:srgbClr val="3981B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38l 2">
        <a:dk1>
          <a:srgbClr val="124B98"/>
        </a:dk1>
        <a:lt1>
          <a:srgbClr val="FFFFFF"/>
        </a:lt1>
        <a:dk2>
          <a:srgbClr val="000000"/>
        </a:dk2>
        <a:lt2>
          <a:srgbClr val="DDDDDD"/>
        </a:lt2>
        <a:accent1>
          <a:srgbClr val="4976D1"/>
        </a:accent1>
        <a:accent2>
          <a:srgbClr val="4CB494"/>
        </a:accent2>
        <a:accent3>
          <a:srgbClr val="FFFFFF"/>
        </a:accent3>
        <a:accent4>
          <a:srgbClr val="0E3F81"/>
        </a:accent4>
        <a:accent5>
          <a:srgbClr val="B1BDE5"/>
        </a:accent5>
        <a:accent6>
          <a:srgbClr val="44A386"/>
        </a:accent6>
        <a:hlink>
          <a:srgbClr val="0099CC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38l 3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5B1B1"/>
        </a:accent1>
        <a:accent2>
          <a:srgbClr val="5BACE9"/>
        </a:accent2>
        <a:accent3>
          <a:srgbClr val="FFFFFF"/>
        </a:accent3>
        <a:accent4>
          <a:srgbClr val="174578"/>
        </a:accent4>
        <a:accent5>
          <a:srgbClr val="ACD5D5"/>
        </a:accent5>
        <a:accent6>
          <a:srgbClr val="529BD3"/>
        </a:accent6>
        <a:hlink>
          <a:srgbClr val="6E71F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101</Template>
  <TotalTime>0</TotalTime>
  <Words>299</Words>
  <Application>WPS 演示</Application>
  <PresentationFormat/>
  <Paragraphs>37</Paragraphs>
  <Slides>10</Slides>
  <Notes>43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30" baseType="lpstr">
      <vt:lpstr>Arial</vt:lpstr>
      <vt:lpstr>宋体</vt:lpstr>
      <vt:lpstr>Wingdings</vt:lpstr>
      <vt:lpstr>Times New Roman</vt:lpstr>
      <vt:lpstr>楷体_GB2312</vt:lpstr>
      <vt:lpstr>新宋体</vt:lpstr>
      <vt:lpstr>Verdana</vt:lpstr>
      <vt:lpstr>锐字云字库超粗黑体1.0</vt:lpstr>
      <vt:lpstr>黑体</vt:lpstr>
      <vt:lpstr>隶书</vt:lpstr>
      <vt:lpstr>微软雅黑</vt:lpstr>
      <vt:lpstr>Impact</vt:lpstr>
      <vt:lpstr>Agency FB</vt:lpstr>
      <vt:lpstr>Calibri</vt:lpstr>
      <vt:lpstr>思源黑体 CN Normal</vt:lpstr>
      <vt:lpstr>Wingdings</vt:lpstr>
      <vt:lpstr>Arial Unicode MS</vt:lpstr>
      <vt:lpstr>cdb2004138l</vt:lpstr>
      <vt:lpstr>1_cdb2004138l</vt:lpstr>
      <vt:lpstr>2_cdb2004138l</vt:lpstr>
      <vt:lpstr>机载XXX防御集成验证环境 项目复盘经验分享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谢    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北京华力创通科技股份有限公司</dc:title>
  <dc:creator>leehom</dc:creator>
  <cp:lastModifiedBy>kahnn</cp:lastModifiedBy>
  <cp:revision>970</cp:revision>
  <dcterms:created xsi:type="dcterms:W3CDTF">2008-09-11T01:45:00Z</dcterms:created>
  <dcterms:modified xsi:type="dcterms:W3CDTF">2026-06-07T06:14:57Z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0F2CFEC864C4487F86482BC704F72E9F_12</vt:lpwstr>
  </property>
  <property fmtid="{D5CDD505-2E9C-101B-9397-08002B2CF9AE}" pid="3" name="KSOProductBuildVer">
    <vt:lpwstr>2052-12.1.0.26884</vt:lpwstr>
  </property>
</Properties>
</file>